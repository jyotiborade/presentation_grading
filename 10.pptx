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Default Extension="wdp" ContentType="image/vnd.ms-photo"/>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4" r:id="rId4"/>
  </p:sldMasterIdLst>
  <p:notesMasterIdLst>
    <p:notesMasterId r:id="rId11"/>
  </p:notesMasterIdLst>
  <p:handoutMasterIdLst>
    <p:handoutMasterId r:id="rId12"/>
  </p:handoutMasterIdLst>
  <p:sldIdLst>
    <p:sldId id="256" r:id="rId5"/>
    <p:sldId id="266" r:id="rId6"/>
    <p:sldId id="257" r:id="rId7"/>
    <p:sldId id="258" r:id="rId8"/>
    <p:sldId id="259"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B71E42"/>
    <a:srgbClr val="E2DED9"/>
    <a:srgbClr val="FDFDFD"/>
    <a:srgbClr val="DEDBD8"/>
  </p:clrMru>
  <p:extLst>
    <p:ext uri="{E76CE94A-603C-4142-B9EB-6D1370010A27}">
      <p14:discardImageEditData xmlns:p14="http://schemas.microsoft.com/office/powerpoint/2010/main" xmlns="" val="0"/>
    </p:ext>
    <p:ext uri="{D31A062A-798A-4329-ABDD-BBA856620510}">
      <p14:defaultImageDpi xmlns:p14="http://schemas.microsoft.com/office/powerpoint/2010/main" xmlns="" val="96"/>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3C2FFA5D-87B4-456A-9821-1D502468CF0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00" autoAdjust="0"/>
    <p:restoredTop sz="94434" autoAdjust="0"/>
  </p:normalViewPr>
  <p:slideViewPr>
    <p:cSldViewPr snapToGrid="0">
      <p:cViewPr varScale="1">
        <p:scale>
          <a:sx n="65" d="100"/>
          <a:sy n="65" d="100"/>
        </p:scale>
        <p:origin x="-696" y="-60"/>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1AD81DDF-98D4-498E-A94D-DDD7A807AD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6391BFCE-55A1-4C09-B4B5-9359AD6F4D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E4FA28-26D5-4BDF-9A75-C27596ADE055}" type="datetimeFigureOut">
              <a:rPr lang="en-US" smtClean="0"/>
              <a:pPr/>
              <a:t>12/23/2020</a:t>
            </a:fld>
            <a:endParaRPr lang="en-US" dirty="0"/>
          </a:p>
        </p:txBody>
      </p:sp>
      <p:sp>
        <p:nvSpPr>
          <p:cNvPr id="4" name="Footer Placeholder 3">
            <a:extLst>
              <a:ext uri="{FF2B5EF4-FFF2-40B4-BE49-F238E27FC236}">
                <a16:creationId xmlns:a16="http://schemas.microsoft.com/office/drawing/2014/main" xmlns="" id="{4BEEB1F3-97EE-4F0D-B402-E34820EC6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A054877F-A04A-4D6A-A0A8-95CC6E2D2A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507CFE-5866-4B40-8953-42375E9B5DB3}" type="slidenum">
              <a:rPr lang="en-US" smtClean="0"/>
              <a:pPr/>
              <a:t>‹#›</a:t>
            </a:fld>
            <a:endParaRPr lang="en-US" dirty="0"/>
          </a:p>
        </p:txBody>
      </p:sp>
    </p:spTree>
    <p:extLst>
      <p:ext uri="{BB962C8B-B14F-4D97-AF65-F5344CB8AC3E}">
        <p14:creationId xmlns:p14="http://schemas.microsoft.com/office/powerpoint/2010/main" xmlns="" val="1955250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E1D6F-8584-4A53-833D-DCA47225B220}" type="datetimeFigureOut">
              <a:rPr lang="en-US" smtClean="0"/>
              <a:pPr/>
              <a:t>12/23/2020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3874D-A20A-4B3E-9C12-F524953D5B76}" type="slidenum">
              <a:rPr lang="en-US" smtClean="0"/>
              <a:pPr/>
              <a:t>‹#›</a:t>
            </a:fld>
            <a:endParaRPr lang="en-US" dirty="0"/>
          </a:p>
        </p:txBody>
      </p:sp>
    </p:spTree>
    <p:extLst>
      <p:ext uri="{BB962C8B-B14F-4D97-AF65-F5344CB8AC3E}">
        <p14:creationId xmlns:p14="http://schemas.microsoft.com/office/powerpoint/2010/main" xmlns="" val="228530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7464" y="802298"/>
            <a:ext cx="8637073" cy="2541431"/>
          </a:xfrm>
        </p:spPr>
        <p:txBody>
          <a:bodyPr bIns="0" anchor="b">
            <a:normAutofit/>
          </a:bodyPr>
          <a:lstStyle>
            <a:lvl1pPr algn="l">
              <a:defRPr sz="6600"/>
            </a:lvl1pPr>
          </a:lstStyle>
          <a:p>
            <a:r>
              <a:rPr lang="en-US" noProof="0" smtClean="0"/>
              <a:t>Click to edit Master title style</a:t>
            </a:r>
            <a:endParaRPr lang="en-US" noProof="0"/>
          </a:p>
        </p:txBody>
      </p:sp>
      <p:sp>
        <p:nvSpPr>
          <p:cNvPr id="3" name="Subtitle 2"/>
          <p:cNvSpPr>
            <a:spLocks noGrp="1"/>
          </p:cNvSpPr>
          <p:nvPr>
            <p:ph type="subTitle" idx="1"/>
          </p:nvPr>
        </p:nvSpPr>
        <p:spPr>
          <a:xfrm>
            <a:off x="1777464"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6913821" y="6370429"/>
            <a:ext cx="3500715" cy="309201"/>
          </a:xfrm>
        </p:spPr>
        <p:txBody>
          <a:bodyPr/>
          <a:lstStyle/>
          <a:p>
            <a:fld id="{2D202488-4139-4052-B998-251C9C912739}" type="datetimeFigureOut">
              <a:rPr lang="en-US" noProof="0" smtClean="0"/>
              <a:pPr/>
              <a:t>12/23/2020</a:t>
            </a:fld>
            <a:endParaRPr lang="en-US" noProof="0" dirty="0"/>
          </a:p>
        </p:txBody>
      </p:sp>
      <p:sp>
        <p:nvSpPr>
          <p:cNvPr id="5" name="Footer Placeholder 4"/>
          <p:cNvSpPr>
            <a:spLocks noGrp="1"/>
          </p:cNvSpPr>
          <p:nvPr>
            <p:ph type="ftr" sz="quarter" idx="11"/>
          </p:nvPr>
        </p:nvSpPr>
        <p:spPr>
          <a:xfrm>
            <a:off x="1777464" y="6370430"/>
            <a:ext cx="4973915" cy="309201"/>
          </a:xfrm>
        </p:spPr>
        <p:txBody>
          <a:bodyPr/>
          <a:lstStyle/>
          <a:p>
            <a:r>
              <a:rPr lang="en-US" noProof="0" dirty="0"/>
              <a:t>Add Footer Here</a:t>
            </a:r>
          </a:p>
        </p:txBody>
      </p:sp>
      <p:cxnSp>
        <p:nvCxnSpPr>
          <p:cNvPr id="15" name="Straight Connector 14"/>
          <p:cNvCxnSpPr/>
          <p:nvPr/>
        </p:nvCxnSpPr>
        <p:spPr>
          <a:xfrm>
            <a:off x="1777464"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956400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33" name="Straight Connector 32"/>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Title 5">
            <a:extLst>
              <a:ext uri="{FF2B5EF4-FFF2-40B4-BE49-F238E27FC236}">
                <a16:creationId xmlns:a16="http://schemas.microsoft.com/office/drawing/2014/main" xmlns="" id="{C414FF1F-6558-4E39-87DB-276E44F5477C}"/>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xmlns="" val="35688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887950"/>
          </a:xfrm>
        </p:spPr>
        <p:txBody>
          <a:bodyPr anchor="b">
            <a:normAutofit/>
          </a:bodyPr>
          <a:lstStyle>
            <a:lvl1pPr algn="l">
              <a:defRPr sz="360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780777"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Click to 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15" name="Straight Connector 14"/>
          <p:cNvCxnSpPr/>
          <p:nvPr/>
        </p:nvCxnSpPr>
        <p:spPr>
          <a:xfrm>
            <a:off x="1780777"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88013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2239" y="2161853"/>
            <a:ext cx="4645152" cy="344859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258679" y="2168318"/>
            <a:ext cx="4645152" cy="344152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xmlns="" id="{4715607D-9DE2-4687-AAF8-EF2427252A90}"/>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xmlns="" id="{2F96D46B-C1B8-46AB-87DF-61A8058B1F42}"/>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xmlns="" val="277750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87315" y="1950795"/>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4" name="Content Placeholder 3"/>
          <p:cNvSpPr>
            <a:spLocks noGrp="1"/>
          </p:cNvSpPr>
          <p:nvPr>
            <p:ph sz="half" idx="2"/>
          </p:nvPr>
        </p:nvSpPr>
        <p:spPr>
          <a:xfrm>
            <a:off x="1287315" y="2755515"/>
            <a:ext cx="4645152" cy="2644457"/>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252486" y="1954249"/>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6" name="Content Placeholder 5"/>
          <p:cNvSpPr>
            <a:spLocks noGrp="1"/>
          </p:cNvSpPr>
          <p:nvPr>
            <p:ph sz="quarter" idx="4"/>
          </p:nvPr>
        </p:nvSpPr>
        <p:spPr>
          <a:xfrm>
            <a:off x="6252486" y="2752737"/>
            <a:ext cx="4645152" cy="2637371"/>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8" name="Footer Placeholder 7"/>
          <p:cNvSpPr>
            <a:spLocks noGrp="1"/>
          </p:cNvSpPr>
          <p:nvPr>
            <p:ph type="ftr" sz="quarter" idx="11"/>
          </p:nvPr>
        </p:nvSpPr>
        <p:spPr/>
        <p:txBody>
          <a:bodyPr/>
          <a:lstStyle/>
          <a:p>
            <a:r>
              <a:rPr lang="en-US" noProof="0" dirty="0"/>
              <a:t>Add Footer Here</a:t>
            </a:r>
          </a:p>
        </p:txBody>
      </p:sp>
      <p:cxnSp>
        <p:nvCxnSpPr>
          <p:cNvPr id="11" name="Straight Connector 10">
            <a:extLst>
              <a:ext uri="{FF2B5EF4-FFF2-40B4-BE49-F238E27FC236}">
                <a16:creationId xmlns:a16="http://schemas.microsoft.com/office/drawing/2014/main" xmlns="" id="{C384AA55-1960-47F4-BA3C-E97A6F2D0B19}"/>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Title 8">
            <a:extLst>
              <a:ext uri="{FF2B5EF4-FFF2-40B4-BE49-F238E27FC236}">
                <a16:creationId xmlns:a16="http://schemas.microsoft.com/office/drawing/2014/main" xmlns="" id="{09471694-1220-4CFC-A31F-622E5D3DE2D5}"/>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xmlns="" val="98174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xmlns="" id="{FFB55B52-B62C-4800-AAC1-B15AF2FE1F45}"/>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xmlns=""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xmlns="" val="453955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xmlns="" id="{FFB55B52-B62C-4800-AAC1-B15AF2FE1F45}"/>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xmlns=""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
        <p:nvSpPr>
          <p:cNvPr id="6" name="Text Placeholder 5">
            <a:extLst>
              <a:ext uri="{FF2B5EF4-FFF2-40B4-BE49-F238E27FC236}">
                <a16:creationId xmlns:a16="http://schemas.microsoft.com/office/drawing/2014/main" xmlns="" id="{A5A680F6-C147-410B-94DF-19850752D7DF}"/>
              </a:ext>
            </a:extLst>
          </p:cNvPr>
          <p:cNvSpPr>
            <a:spLocks noGrp="1"/>
          </p:cNvSpPr>
          <p:nvPr>
            <p:ph type="body" sz="quarter" idx="12"/>
          </p:nvPr>
        </p:nvSpPr>
        <p:spPr>
          <a:xfrm>
            <a:off x="1694656" y="1865037"/>
            <a:ext cx="8802688" cy="3127927"/>
          </a:xfrm>
        </p:spPr>
        <p:txBody>
          <a:bodyPr anchor="ctr">
            <a:normAutofit/>
          </a:bodyPr>
          <a:lstStyle>
            <a:lvl1pPr marL="0" indent="0" algn="ctr">
              <a:buNone/>
              <a:defRPr sz="6000"/>
            </a:lvl1pPr>
            <a:lvl2pPr marL="457200" indent="0">
              <a:buNone/>
              <a:defRPr/>
            </a:lvl2pPr>
          </a:lstStyle>
          <a:p>
            <a:pPr lvl="0"/>
            <a:r>
              <a:rPr lang="en-US" noProof="0" smtClean="0"/>
              <a:t>Click to edit Master text styles</a:t>
            </a:r>
          </a:p>
        </p:txBody>
      </p:sp>
    </p:spTree>
    <p:extLst>
      <p:ext uri="{BB962C8B-B14F-4D97-AF65-F5344CB8AC3E}">
        <p14:creationId xmlns:p14="http://schemas.microsoft.com/office/powerpoint/2010/main" xmlns="" val="4010242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3" name="Footer Placeholder 2"/>
          <p:cNvSpPr>
            <a:spLocks noGrp="1"/>
          </p:cNvSpPr>
          <p:nvPr>
            <p:ph type="ftr" sz="quarter" idx="11"/>
          </p:nvPr>
        </p:nvSpPr>
        <p:spPr/>
        <p:txBody>
          <a:bodyPr/>
          <a:lstStyle/>
          <a:p>
            <a:r>
              <a:rPr lang="en-US" noProof="0" dirty="0"/>
              <a:t>Add Footer Here </a:t>
            </a:r>
          </a:p>
        </p:txBody>
      </p:sp>
    </p:spTree>
    <p:extLst>
      <p:ext uri="{BB962C8B-B14F-4D97-AF65-F5344CB8AC3E}">
        <p14:creationId xmlns:p14="http://schemas.microsoft.com/office/powerpoint/2010/main" xmlns="" val="3771245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5246" y="1645522"/>
            <a:ext cx="5807176" cy="3840852"/>
          </a:xfrm>
        </p:spPr>
        <p:txBody>
          <a:bodyPr anchor="ct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1290909" y="1645522"/>
            <a:ext cx="3600000" cy="383672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xmlns="" id="{6CC09F73-0AD6-4A1E-A331-75A00B808982}"/>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xmlns="" id="{1B74F78C-6D32-47C3-ABB2-6E7092A9C4A3}"/>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xmlns="" val="3281653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Gallery ">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0394" y="3128470"/>
            <a:ext cx="3024000" cy="1906565"/>
          </a:xfrm>
        </p:spPr>
        <p:txBody>
          <a:bodyPr anchor="ct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7873638" y="5144980"/>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pPr/>
              <a:t>12/23/2020</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xmlns="" id="{6CC09F73-0AD6-4A1E-A331-75A00B808982}"/>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Content Placeholder 2">
            <a:extLst>
              <a:ext uri="{FF2B5EF4-FFF2-40B4-BE49-F238E27FC236}">
                <a16:creationId xmlns:a16="http://schemas.microsoft.com/office/drawing/2014/main" xmlns="" id="{9DE9A20D-024F-4A17-9B20-526AA4037253}"/>
              </a:ext>
            </a:extLst>
          </p:cNvPr>
          <p:cNvSpPr>
            <a:spLocks noGrp="1"/>
          </p:cNvSpPr>
          <p:nvPr>
            <p:ph idx="12"/>
          </p:nvPr>
        </p:nvSpPr>
        <p:spPr>
          <a:xfrm>
            <a:off x="4602108" y="3128470"/>
            <a:ext cx="3024000" cy="1906565"/>
          </a:xfrm>
        </p:spPr>
        <p:txBody>
          <a:bodyPr anchor="ct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Content Placeholder 2">
            <a:extLst>
              <a:ext uri="{FF2B5EF4-FFF2-40B4-BE49-F238E27FC236}">
                <a16:creationId xmlns:a16="http://schemas.microsoft.com/office/drawing/2014/main" xmlns="" id="{37D8F60F-F9DD-4AAC-BF28-C004CCDF2D69}"/>
              </a:ext>
            </a:extLst>
          </p:cNvPr>
          <p:cNvSpPr>
            <a:spLocks noGrp="1"/>
          </p:cNvSpPr>
          <p:nvPr>
            <p:ph idx="13"/>
          </p:nvPr>
        </p:nvSpPr>
        <p:spPr>
          <a:xfrm>
            <a:off x="7873638" y="3128470"/>
            <a:ext cx="3024000" cy="1906565"/>
          </a:xfrm>
        </p:spPr>
        <p:txBody>
          <a:bodyPr anchor="ct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3">
            <a:extLst>
              <a:ext uri="{FF2B5EF4-FFF2-40B4-BE49-F238E27FC236}">
                <a16:creationId xmlns:a16="http://schemas.microsoft.com/office/drawing/2014/main" xmlns="" id="{8F09FDD8-5B1C-4AAA-8EEC-0A77C9E477D1}"/>
              </a:ext>
            </a:extLst>
          </p:cNvPr>
          <p:cNvSpPr>
            <a:spLocks noGrp="1"/>
          </p:cNvSpPr>
          <p:nvPr>
            <p:ph type="body" sz="half" idx="14"/>
          </p:nvPr>
        </p:nvSpPr>
        <p:spPr>
          <a:xfrm>
            <a:off x="4595889" y="5144979"/>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12" name="Text Placeholder 3">
            <a:extLst>
              <a:ext uri="{FF2B5EF4-FFF2-40B4-BE49-F238E27FC236}">
                <a16:creationId xmlns:a16="http://schemas.microsoft.com/office/drawing/2014/main" xmlns="" id="{E6DF0B7E-E17E-4875-966D-4DE67F755B71}"/>
              </a:ext>
            </a:extLst>
          </p:cNvPr>
          <p:cNvSpPr>
            <a:spLocks noGrp="1"/>
          </p:cNvSpPr>
          <p:nvPr>
            <p:ph type="body" sz="half" idx="15"/>
          </p:nvPr>
        </p:nvSpPr>
        <p:spPr>
          <a:xfrm>
            <a:off x="1306587" y="5144978"/>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cxnSp>
        <p:nvCxnSpPr>
          <p:cNvPr id="13" name="Straight Connector 12">
            <a:extLst>
              <a:ext uri="{FF2B5EF4-FFF2-40B4-BE49-F238E27FC236}">
                <a16:creationId xmlns:a16="http://schemas.microsoft.com/office/drawing/2014/main" xmlns="" id="{5685D963-B130-47E9-AFCC-AEBED2B1155B}"/>
              </a:ext>
            </a:extLst>
          </p:cNvPr>
          <p:cNvCxnSpPr>
            <a:cxnSpLocks/>
          </p:cNvCxnSpPr>
          <p:nvPr userDrawn="1"/>
        </p:nvCxnSpPr>
        <p:spPr>
          <a:xfrm>
            <a:off x="448407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xmlns="" id="{2FA9B6CF-713A-4942-BE35-A61AFCDDFD3D}"/>
              </a:ext>
            </a:extLst>
          </p:cNvPr>
          <p:cNvCxnSpPr>
            <a:cxnSpLocks/>
          </p:cNvCxnSpPr>
          <p:nvPr userDrawn="1"/>
        </p:nvCxnSpPr>
        <p:spPr>
          <a:xfrm>
            <a:off x="775774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sp>
        <p:nvSpPr>
          <p:cNvPr id="19" name="Text Placeholder 18">
            <a:extLst>
              <a:ext uri="{FF2B5EF4-FFF2-40B4-BE49-F238E27FC236}">
                <a16:creationId xmlns:a16="http://schemas.microsoft.com/office/drawing/2014/main" xmlns="" id="{93809A32-C7A4-4739-994B-BE492F855ACC}"/>
              </a:ext>
            </a:extLst>
          </p:cNvPr>
          <p:cNvSpPr>
            <a:spLocks noGrp="1"/>
          </p:cNvSpPr>
          <p:nvPr>
            <p:ph type="body" sz="quarter" idx="16"/>
          </p:nvPr>
        </p:nvSpPr>
        <p:spPr>
          <a:xfrm>
            <a:off x="1290908" y="1617663"/>
            <a:ext cx="9618391" cy="1336675"/>
          </a:xfrm>
        </p:spPr>
        <p:txBody>
          <a:bodyPr>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Title 6">
            <a:extLst>
              <a:ext uri="{FF2B5EF4-FFF2-40B4-BE49-F238E27FC236}">
                <a16:creationId xmlns:a16="http://schemas.microsoft.com/office/drawing/2014/main" xmlns="" id="{2C1ABD52-D5FE-4FC2-8449-5DA0E52853E1}"/>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xmlns="" val="2242703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noProof="0" smtClean="0"/>
              <a:t>Click to edit Master title style</a:t>
            </a:r>
            <a:endParaRPr lang="en-US" noProof="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a:xfrm>
            <a:off x="7236069" y="6332578"/>
            <a:ext cx="4315852" cy="320123"/>
          </a:xfrm>
        </p:spPr>
        <p:txBody>
          <a:bodyPr/>
          <a:lstStyle>
            <a:lvl1pPr algn="r">
              <a:defRPr/>
            </a:lvl1pPr>
          </a:lstStyle>
          <a:p>
            <a:fld id="{2D202488-4139-4052-B998-251C9C912739}" type="datetimeFigureOut">
              <a:rPr lang="en-US" noProof="0" smtClean="0"/>
              <a:pPr/>
              <a:t>12/23/2020</a:t>
            </a:fld>
            <a:endParaRPr lang="en-US" noProof="0" dirty="0"/>
          </a:p>
        </p:txBody>
      </p:sp>
      <p:sp>
        <p:nvSpPr>
          <p:cNvPr id="6" name="Footer Placeholder 5"/>
          <p:cNvSpPr>
            <a:spLocks noGrp="1"/>
          </p:cNvSpPr>
          <p:nvPr>
            <p:ph type="ftr" sz="quarter" idx="11"/>
          </p:nvPr>
        </p:nvSpPr>
        <p:spPr>
          <a:xfrm>
            <a:off x="1447382" y="6332578"/>
            <a:ext cx="5541004" cy="320931"/>
          </a:xfrm>
        </p:spPr>
        <p:txBody>
          <a:bodyPr/>
          <a:lstStyle/>
          <a:p>
            <a:r>
              <a:rPr lang="en-US" noProof="0" dirty="0"/>
              <a:t>Add Footer Here</a:t>
            </a: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2281589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cstate="screen">
            <a:extLst>
              <a:ext uri="{BEBA8EAE-BF5A-486C-A8C5-ECC9F3942E4B}">
                <a14:imgProps xmlns:a14="http://schemas.microsoft.com/office/drawing/2010/main" xmlns="">
                  <a14:imgLayer r:embed="rId15">
                    <a14:imgEffect>
                      <a14:brightnessContrast contrast="40000"/>
                    </a14:imgEffect>
                  </a14:imgLayer>
                </a14:imgProps>
              </a:ext>
              <a:ext uri="{28A0092B-C50C-407E-A947-70E740481C1C}">
                <a14:useLocalDpi xmlns:a14="http://schemas.microsoft.com/office/drawing/2010/main" xmlns=""/>
              </a:ext>
            </a:extLst>
          </a:blip>
          <a:srcRect b="-1562"/>
          <a:stretch/>
        </p:blipFill>
        <p:spPr bwMode="black">
          <a:xfrm>
            <a:off x="0" y="6126480"/>
            <a:ext cx="12192000" cy="742950"/>
          </a:xfrm>
          <a:prstGeom prst="rect">
            <a:avLst/>
          </a:prstGeom>
        </p:spPr>
      </p:pic>
      <p:sp>
        <p:nvSpPr>
          <p:cNvPr id="2" name="Title Placeholder 1"/>
          <p:cNvSpPr>
            <a:spLocks noGrp="1"/>
          </p:cNvSpPr>
          <p:nvPr>
            <p:ph type="title"/>
          </p:nvPr>
        </p:nvSpPr>
        <p:spPr>
          <a:xfrm>
            <a:off x="1294363" y="804519"/>
            <a:ext cx="9603275" cy="1049235"/>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294363" y="2015732"/>
            <a:ext cx="9603275" cy="3450613"/>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7396923" y="6340793"/>
            <a:ext cx="3500715" cy="309201"/>
          </a:xfrm>
          <a:prstGeom prst="rect">
            <a:avLst/>
          </a:prstGeom>
        </p:spPr>
        <p:txBody>
          <a:bodyPr vert="horz" lIns="91440" tIns="45720" rIns="91440" bIns="45720" rtlCol="0" anchor="ctr"/>
          <a:lstStyle>
            <a:lvl1pPr algn="r">
              <a:defRPr sz="1000">
                <a:solidFill>
                  <a:schemeClr val="bg1"/>
                </a:solidFill>
              </a:defRPr>
            </a:lvl1pPr>
          </a:lstStyle>
          <a:p>
            <a:fld id="{2D202488-4139-4052-B998-251C9C912739}" type="datetimeFigureOut">
              <a:rPr lang="en-US" noProof="0" smtClean="0"/>
              <a:pPr/>
              <a:t>12/23/2020</a:t>
            </a:fld>
            <a:endParaRPr lang="en-US" noProof="0" dirty="0"/>
          </a:p>
        </p:txBody>
      </p:sp>
      <p:sp>
        <p:nvSpPr>
          <p:cNvPr id="5" name="Footer Placeholder 4"/>
          <p:cNvSpPr>
            <a:spLocks noGrp="1"/>
          </p:cNvSpPr>
          <p:nvPr>
            <p:ph type="ftr" sz="quarter" idx="3"/>
          </p:nvPr>
        </p:nvSpPr>
        <p:spPr>
          <a:xfrm>
            <a:off x="1294364" y="6339730"/>
            <a:ext cx="5938836" cy="309201"/>
          </a:xfrm>
          <a:prstGeom prst="rect">
            <a:avLst/>
          </a:prstGeom>
        </p:spPr>
        <p:txBody>
          <a:bodyPr vert="horz" lIns="91440" tIns="45720" rIns="91440" bIns="45720" rtlCol="0" anchor="ctr"/>
          <a:lstStyle>
            <a:lvl1pPr algn="l">
              <a:defRPr sz="1000">
                <a:solidFill>
                  <a:schemeClr val="bg1"/>
                </a:solidFill>
              </a:defRPr>
            </a:lvl1pPr>
          </a:lstStyle>
          <a:p>
            <a:r>
              <a:rPr lang="en-US" noProof="0" dirty="0"/>
              <a:t>Add Footer Here</a:t>
            </a: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875870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7" r:id="rId7"/>
    <p:sldLayoutId id="2147483691" r:id="rId8"/>
    <p:sldLayoutId id="2147483692" r:id="rId9"/>
    <p:sldLayoutId id="2147483696" r:id="rId10"/>
    <p:sldLayoutId id="214748369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DCA56C-7A25-4BD4-AA72-5256E68BE4CB}"/>
              </a:ext>
            </a:extLst>
          </p:cNvPr>
          <p:cNvSpPr>
            <a:spLocks noGrp="1"/>
          </p:cNvSpPr>
          <p:nvPr>
            <p:ph type="ctrTitle"/>
          </p:nvPr>
        </p:nvSpPr>
        <p:spPr>
          <a:xfrm>
            <a:off x="1777464" y="802299"/>
            <a:ext cx="8637073" cy="769352"/>
          </a:xfrm>
        </p:spPr>
        <p:txBody>
          <a:bodyPr>
            <a:normAutofit/>
          </a:bodyPr>
          <a:lstStyle/>
          <a:p>
            <a:r>
              <a:rPr lang="en-US" sz="4400" dirty="0" smtClean="0">
                <a:latin typeface="Times New Roman" panose="02020603050405020304" pitchFamily="18" charset="0"/>
                <a:cs typeface="Times New Roman" panose="02020603050405020304" pitchFamily="18" charset="0"/>
              </a:rPr>
              <a:t>Digitalization of hospital</a:t>
            </a:r>
            <a:endParaRPr lang="en-US"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BBBCF363-1123-45B1-8A9A-ABCDA40EF3F2}"/>
              </a:ext>
            </a:extLst>
          </p:cNvPr>
          <p:cNvSpPr>
            <a:spLocks noGrp="1"/>
          </p:cNvSpPr>
          <p:nvPr>
            <p:ph type="subTitle" idx="1"/>
          </p:nvPr>
        </p:nvSpPr>
        <p:spPr>
          <a:xfrm>
            <a:off x="1777464" y="3655701"/>
            <a:ext cx="8637073" cy="1538703"/>
          </a:xfrm>
        </p:spPr>
        <p:txBody>
          <a:bodyPr>
            <a:normAutofit fontScale="85000" lnSpcReduction="20000"/>
          </a:bodyPr>
          <a:lstStyle/>
          <a:p>
            <a:pPr algn="r"/>
            <a:r>
              <a:rPr lang="en-US" dirty="0" smtClean="0">
                <a:solidFill>
                  <a:srgbClr val="000000"/>
                </a:solidFill>
                <a:latin typeface="Times New Roman" panose="02020603050405020304" pitchFamily="18" charset="0"/>
                <a:ea typeface="Tahoma" panose="020B0604030504040204" pitchFamily="34" charset="0"/>
                <a:cs typeface="Times New Roman" panose="02020603050405020304" pitchFamily="18" charset="0"/>
              </a:rPr>
              <a:t>Presented by:</a:t>
            </a:r>
          </a:p>
          <a:p>
            <a:pPr algn="r"/>
            <a:r>
              <a:rPr lang="en-US" dirty="0" smtClean="0">
                <a:solidFill>
                  <a:srgbClr val="000000"/>
                </a:solidFill>
                <a:latin typeface="Times New Roman" panose="02020603050405020304" pitchFamily="18" charset="0"/>
                <a:ea typeface="Tahoma" panose="020B0604030504040204" pitchFamily="34" charset="0"/>
                <a:cs typeface="Times New Roman" panose="02020603050405020304" pitchFamily="18" charset="0"/>
              </a:rPr>
              <a:t>Priya P. shinde</a:t>
            </a:r>
          </a:p>
          <a:p>
            <a:pPr algn="r"/>
            <a:r>
              <a:rPr lang="en-US" dirty="0" smtClean="0">
                <a:solidFill>
                  <a:srgbClr val="000000"/>
                </a:solidFill>
                <a:latin typeface="Times New Roman" panose="02020603050405020304" pitchFamily="18" charset="0"/>
                <a:ea typeface="Tahoma" panose="020B0604030504040204" pitchFamily="34" charset="0"/>
                <a:cs typeface="Times New Roman" panose="02020603050405020304" pitchFamily="18" charset="0"/>
              </a:rPr>
              <a:t>Mansi D. patne</a:t>
            </a:r>
          </a:p>
          <a:p>
            <a:pPr algn="r"/>
            <a:r>
              <a:rPr lang="en-US" dirty="0" smtClean="0">
                <a:solidFill>
                  <a:srgbClr val="000000"/>
                </a:solidFill>
                <a:latin typeface="Times New Roman" panose="02020603050405020304" pitchFamily="18" charset="0"/>
                <a:ea typeface="Tahoma" panose="020B0604030504040204" pitchFamily="34" charset="0"/>
                <a:cs typeface="Times New Roman" panose="02020603050405020304" pitchFamily="18" charset="0"/>
              </a:rPr>
              <a:t>Mitali R. Vandkar</a:t>
            </a:r>
            <a:endPar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546302" y="1691221"/>
            <a:ext cx="2455334" cy="1638847"/>
          </a:xfrm>
          <a:prstGeom prst="rect">
            <a:avLst/>
          </a:prstGeom>
        </p:spPr>
      </p:pic>
    </p:spTree>
    <p:extLst>
      <p:ext uri="{BB962C8B-B14F-4D97-AF65-F5344CB8AC3E}">
        <p14:creationId xmlns:p14="http://schemas.microsoft.com/office/powerpoint/2010/main" xmlns="" val="410429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0" lvl="0" indent="0">
              <a:buNone/>
            </a:pPr>
            <a:r>
              <a:rPr lang="en-IN" b="1" dirty="0"/>
              <a:t> </a:t>
            </a:r>
            <a:r>
              <a:rPr lang="en-IN" dirty="0"/>
              <a:t> </a:t>
            </a:r>
            <a:r>
              <a:rPr lang="en-IN" dirty="0" smtClean="0"/>
              <a:t>       The </a:t>
            </a:r>
            <a:r>
              <a:rPr lang="en-IN" dirty="0"/>
              <a:t>existing system provides the basic functionalities needed to be handled in a hospital management environment. In the existing system receptionist maintaining records of all the patient details, availability of doctors and reports of various tests of a patients prescribed by the doctor. If a patient has to be admitted we need to check the availability of the bed which consumes lots of time manually. Also there is no proper search technique to check the history of a patient. It is very difficult task to maintain all the hospital finance management system, and the records which maintain doctor details, of the hospital by using existing system. There are also many loopholes when we look at the security of the system. There is no intelligence of the software in such cases. We improved the existing systems with digitization that are overcome the problems specified in existing </a:t>
            </a:r>
            <a:r>
              <a:rPr lang="en-IN" dirty="0" smtClean="0"/>
              <a:t>model. The </a:t>
            </a:r>
            <a:r>
              <a:rPr lang="en-IN" dirty="0"/>
              <a:t>Hospital Management System (HMS) is designed for Hospital to replace their existing manual paper based system. The new system is to control the following information; patient information, room availability, staff and operating room schedules and patient </a:t>
            </a:r>
            <a:r>
              <a:rPr lang="en-IN" dirty="0" smtClean="0"/>
              <a:t>invoices.            In </a:t>
            </a:r>
            <a:r>
              <a:rPr lang="en-IN" dirty="0"/>
              <a:t>our proposed system, we are going to provide solutions to all the above mentioned problems by automating the whole hospital management system by using integrated software that handles the whole system. The proposed system provides One Integrated View to Patients for Billing, Collection, Discharge Detail, and Patient Medical History. Easy Query Handling for instant decision of Bed Allocation for Patients, and request for the Bed Transfers. Effective Search facility to search any type of information related to Patient history.</a:t>
            </a:r>
          </a:p>
          <a:p>
            <a:pPr marL="0" indent="0">
              <a:buNone/>
            </a:pPr>
            <a:endParaRPr lang="en-IN" dirty="0"/>
          </a:p>
        </p:txBody>
      </p:sp>
      <p:sp>
        <p:nvSpPr>
          <p:cNvPr id="3" name="Title 2"/>
          <p:cNvSpPr>
            <a:spLocks noGrp="1"/>
          </p:cNvSpPr>
          <p:nvPr>
            <p:ph type="title"/>
          </p:nvPr>
        </p:nvSpPr>
        <p:spPr/>
        <p:txBody>
          <a:bodyPr/>
          <a:lstStyle/>
          <a:p>
            <a:pPr algn="ctr"/>
            <a:r>
              <a:rPr lang="en-IN" dirty="0" smtClean="0"/>
              <a:t>Problem statement</a:t>
            </a:r>
            <a:endParaRPr lang="en-IN" dirty="0"/>
          </a:p>
        </p:txBody>
      </p:sp>
    </p:spTree>
    <p:extLst>
      <p:ext uri="{BB962C8B-B14F-4D97-AF65-F5344CB8AC3E}">
        <p14:creationId xmlns:p14="http://schemas.microsoft.com/office/powerpoint/2010/main" xmlns="" val="14525737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9CD3E-5E33-4EB5-A2CE-C636605E633F}"/>
              </a:ext>
            </a:extLst>
          </p:cNvPr>
          <p:cNvSpPr>
            <a:spLocks noGrp="1"/>
          </p:cNvSpPr>
          <p:nvPr>
            <p:ph type="title"/>
          </p:nvPr>
        </p:nvSpPr>
        <p:spPr>
          <a:xfrm>
            <a:off x="1294363" y="804519"/>
            <a:ext cx="9603275" cy="1049235"/>
          </a:xfrm>
        </p:spPr>
        <p:txBody>
          <a:bodyPr/>
          <a:lstStyle/>
          <a:p>
            <a:pPr algn="ctr"/>
            <a:r>
              <a:rPr lang="en-US" dirty="0" smtClean="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pic>
        <p:nvPicPr>
          <p:cNvPr id="4" name="Graphic 3" descr="Lightbulb icon">
            <a:extLst>
              <a:ext uri="{FF2B5EF4-FFF2-40B4-BE49-F238E27FC236}">
                <a16:creationId xmlns:a16="http://schemas.microsoft.com/office/drawing/2014/main" xmlns="" id="{5E124F8C-3984-4EEC-9BA8-3B255731F2B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667653" y="206686"/>
            <a:ext cx="1122450" cy="1122450"/>
          </a:xfrm>
          <a:prstGeom prst="rect">
            <a:avLst/>
          </a:prstGeom>
        </p:spPr>
      </p:pic>
      <p:sp>
        <p:nvSpPr>
          <p:cNvPr id="3" name="Content Placeholder 2">
            <a:extLst>
              <a:ext uri="{FF2B5EF4-FFF2-40B4-BE49-F238E27FC236}">
                <a16:creationId xmlns:a16="http://schemas.microsoft.com/office/drawing/2014/main" xmlns="" id="{C3C0199F-A274-44C6-BF37-784A855E6EEA}"/>
              </a:ext>
            </a:extLst>
          </p:cNvPr>
          <p:cNvSpPr>
            <a:spLocks noGrp="1"/>
          </p:cNvSpPr>
          <p:nvPr>
            <p:ph idx="1"/>
          </p:nvPr>
        </p:nvSpPr>
        <p:spPr>
          <a:xfrm>
            <a:off x="1294363" y="1532587"/>
            <a:ext cx="9603275" cy="4340179"/>
          </a:xfrm>
        </p:spPr>
        <p:txBody>
          <a:bodyPr>
            <a:normAutofit fontScale="70000" lnSpcReduction="20000"/>
          </a:bodyPr>
          <a:lstStyle/>
          <a:p>
            <a:pPr marL="0" indent="0">
              <a:buNone/>
            </a:pPr>
            <a:r>
              <a:rPr lang="en-GB" dirty="0" smtClean="0">
                <a:latin typeface="Times New Roman" panose="02020603050405020304" pitchFamily="18" charset="0"/>
                <a:cs typeface="Times New Roman" panose="02020603050405020304" pitchFamily="18" charset="0"/>
              </a:rPr>
              <a:t>      Our </a:t>
            </a:r>
            <a:r>
              <a:rPr lang="en-GB" dirty="0">
                <a:latin typeface="Times New Roman" panose="02020603050405020304" pitchFamily="18" charset="0"/>
                <a:cs typeface="Times New Roman" panose="02020603050405020304" pitchFamily="18" charset="0"/>
              </a:rPr>
              <a:t>project is “digitalisation of hospital” .the system will provide services needed to the hospital environment. We know the existing system  have written bills, patient details, prescriptions, the tests of patients and every activity performed is manual, the availability of wards, ICU's and all other things are checked manually here. But the records are harder to keep because of too much of paper work and it also consume lot of time. It also required to have quick eyes on patient history too. And it is difficult to maintain the financial records too. That is why the hospital required a specified digitalisation for the secure, perfect and quick work which is helpful for everyone working and visiting there. </a:t>
            </a:r>
            <a:endParaRPr lang="en-IN"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       In our proposed system, we are going to provide solutions to all above mentioned problems by using intelligent software which includes the registration of patient, storing their details permanently into system like billing, collection, discharge etc. Also providing the computerized billing in pharmacy and test labs. This software will give a unique Id to for every patient and staff. It also have database for entries which is able to search, retrieve and removing data for patients medical history. Easy query handling for instant decision for availability of bed and doctors. </a:t>
            </a:r>
            <a:endParaRPr lang="en-IN"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       Scope is that hospital is a real time object and management and administration is concerned with the organisation, co-ordination, planning evaluation and controlling of health services for masses. The primary objective is to provide quality healthcare to people and that too in cost effective manner. Also one step towards developing and digitalizing world. This software will provide smooth healthcare performance along with administrative, medical, legal and financial control.</a:t>
            </a: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0942982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9CD3E-5E33-4EB5-A2CE-C636605E633F}"/>
              </a:ext>
            </a:extLst>
          </p:cNvPr>
          <p:cNvSpPr>
            <a:spLocks noGrp="1"/>
          </p:cNvSpPr>
          <p:nvPr>
            <p:ph type="title"/>
          </p:nvPr>
        </p:nvSpPr>
        <p:spPr>
          <a:xfrm>
            <a:off x="1294363" y="804519"/>
            <a:ext cx="9603275" cy="1049235"/>
          </a:xfrm>
        </p:spPr>
        <p:txBody>
          <a:bodyPr/>
          <a:lstStyle/>
          <a:p>
            <a:pPr algn="ctr"/>
            <a:r>
              <a:rPr lang="en-US" dirty="0" smtClean="0"/>
              <a:t>Literature review</a:t>
            </a:r>
            <a:endParaRPr lang="en-US" dirty="0"/>
          </a:p>
        </p:txBody>
      </p:sp>
      <p:pic>
        <p:nvPicPr>
          <p:cNvPr id="5" name="Graphic 4" descr="Man and Woman icon">
            <a:extLst>
              <a:ext uri="{FF2B5EF4-FFF2-40B4-BE49-F238E27FC236}">
                <a16:creationId xmlns:a16="http://schemas.microsoft.com/office/drawing/2014/main" xmlns="" id="{2DED0F48-76A7-437D-9746-E2DF97A1CB06}"/>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659074" y="206686"/>
            <a:ext cx="1122450" cy="1122450"/>
          </a:xfrm>
          <a:prstGeom prst="rect">
            <a:avLst/>
          </a:prstGeom>
        </p:spPr>
      </p:pic>
      <p:sp>
        <p:nvSpPr>
          <p:cNvPr id="6" name="Rectangle 1"/>
          <p:cNvSpPr>
            <a:spLocks noChangeArrowheads="1"/>
          </p:cNvSpPr>
          <p:nvPr/>
        </p:nvSpPr>
        <p:spPr bwMode="auto">
          <a:xfrm>
            <a:off x="-8688465" y="1855857"/>
            <a:ext cx="36101362"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85800" algn="l"/>
              </a:tabLst>
            </a:pPr>
            <a:r>
              <a:rPr kumimoji="0" lang="en-US"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Mangal"/>
              </a:rPr>
              <a:t>Literature Survey </a:t>
            </a:r>
            <a:endParaRPr kumimoji="0" 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r>
              <a:rPr kumimoji="0" lang="en-US"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Mangal"/>
              </a:rPr>
              <a:t>Survey existing system  </a:t>
            </a:r>
            <a:endParaRPr kumimoji="0" 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xmlns="" val="3416164378"/>
              </p:ext>
            </p:extLst>
          </p:nvPr>
        </p:nvGraphicFramePr>
        <p:xfrm>
          <a:off x="2257083" y="1603720"/>
          <a:ext cx="8128002" cy="5205222"/>
        </p:xfrm>
        <a:graphic>
          <a:graphicData uri="http://schemas.openxmlformats.org/drawingml/2006/table">
            <a:tbl>
              <a:tblPr firstRow="1" bandRow="1">
                <a:tableStyleId>{3C2FFA5D-87B4-456A-9821-1D502468CF0F}</a:tableStyleId>
              </a:tblPr>
              <a:tblGrid>
                <a:gridCol w="1354667"/>
                <a:gridCol w="1354667"/>
                <a:gridCol w="1354667"/>
                <a:gridCol w="1354667"/>
                <a:gridCol w="1354667"/>
                <a:gridCol w="1354667"/>
              </a:tblGrid>
              <a:tr h="367547">
                <a:tc>
                  <a:txBody>
                    <a:bodyPr/>
                    <a:lstStyle/>
                    <a:p>
                      <a:pPr algn="l">
                        <a:lnSpc>
                          <a:spcPct val="115000"/>
                        </a:lnSpc>
                        <a:spcAft>
                          <a:spcPts val="0"/>
                        </a:spcAft>
                      </a:pPr>
                      <a:r>
                        <a:rPr lang="en-US" sz="1100" dirty="0">
                          <a:effectLst/>
                          <a:latin typeface="Calibri" panose="020F0502020204030204" pitchFamily="34" charset="0"/>
                          <a:ea typeface="Calibri" panose="020F0502020204030204" pitchFamily="34" charset="0"/>
                          <a:cs typeface="Mangal"/>
                        </a:rPr>
                        <a:t>Ref No.</a:t>
                      </a:r>
                      <a:endParaRPr lang="en-IN"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Title Of Paper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tabLst>
                          <a:tab pos="685800" algn="l"/>
                        </a:tabLst>
                      </a:pPr>
                      <a:r>
                        <a:rPr lang="en-US" sz="1100">
                          <a:effectLst/>
                          <a:latin typeface="Calibri" panose="020F0502020204030204" pitchFamily="34" charset="0"/>
                          <a:ea typeface="Calibri" panose="020F0502020204030204" pitchFamily="34" charset="0"/>
                          <a:cs typeface="Mangal"/>
                        </a:rPr>
                        <a:t>Author Of Paper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Database</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Methodology</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Remark</a:t>
                      </a:r>
                      <a:endParaRPr lang="en-IN" sz="1100">
                        <a:effectLst/>
                        <a:latin typeface="Calibri" panose="020F0502020204030204" pitchFamily="34" charset="0"/>
                        <a:ea typeface="Calibri" panose="020F0502020204030204" pitchFamily="34" charset="0"/>
                        <a:cs typeface="Mangal"/>
                      </a:endParaRPr>
                    </a:p>
                  </a:txBody>
                  <a:tcPr marL="68580" marR="68580" marT="0" marB="0"/>
                </a:tc>
              </a:tr>
              <a:tr h="2260782">
                <a:tc>
                  <a:txBody>
                    <a:bodyPr/>
                    <a:lstStyle/>
                    <a:p>
                      <a:pPr algn="l">
                        <a:lnSpc>
                          <a:spcPct val="115000"/>
                        </a:lnSpc>
                        <a:spcAft>
                          <a:spcPts val="0"/>
                        </a:spcAft>
                      </a:pPr>
                      <a:r>
                        <a:rPr lang="en-US" sz="1100" dirty="0">
                          <a:effectLst/>
                          <a:latin typeface="Calibri" panose="020F0502020204030204" pitchFamily="34" charset="0"/>
                          <a:ea typeface="Calibri" panose="020F0502020204030204" pitchFamily="34" charset="0"/>
                          <a:cs typeface="Mangal"/>
                        </a:rPr>
                        <a:t>1</a:t>
                      </a:r>
                      <a:endParaRPr lang="en-IN"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Intelligent Hospital Management System (IHMS)</a:t>
                      </a:r>
                      <a:endParaRPr lang="en-IN" sz="1100">
                        <a:effectLst/>
                        <a:latin typeface="Calibri" panose="020F0502020204030204" pitchFamily="34" charset="0"/>
                        <a:ea typeface="Calibri" panose="020F0502020204030204" pitchFamily="34" charset="0"/>
                        <a:cs typeface="Mangal"/>
                      </a:endParaRPr>
                    </a:p>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(2015)</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Baki  Koyuncu , Ankaru University, Computer Engineering Department, Ankara, Turkey  And</a:t>
                      </a:r>
                      <a:endParaRPr lang="en-IN" sz="1100">
                        <a:effectLst/>
                        <a:latin typeface="Calibri" panose="020F0502020204030204" pitchFamily="34" charset="0"/>
                        <a:ea typeface="Calibri" panose="020F0502020204030204" pitchFamily="34" charset="0"/>
                        <a:cs typeface="Mangal"/>
                      </a:endParaRPr>
                    </a:p>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Hakan  Koyuncur  Lou borough University ,Computer Science Department, Lou borough ,UK</a:t>
                      </a:r>
                      <a:endParaRPr lang="en-IN" sz="1100">
                        <a:effectLst/>
                        <a:latin typeface="Calibri" panose="020F0502020204030204" pitchFamily="34" charset="0"/>
                        <a:ea typeface="Calibri" panose="020F0502020204030204" pitchFamily="34" charset="0"/>
                        <a:cs typeface="Mangal"/>
                      </a:endParaRPr>
                    </a:p>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C++ Builder V6.0 Application Developer,</a:t>
                      </a:r>
                      <a:endParaRPr lang="en-IN" sz="1100">
                        <a:effectLst/>
                        <a:latin typeface="Calibri" panose="020F0502020204030204" pitchFamily="34" charset="0"/>
                        <a:ea typeface="Calibri" panose="020F0502020204030204" pitchFamily="34" charset="0"/>
                        <a:cs typeface="Mangal"/>
                      </a:endParaRPr>
                    </a:p>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MS SQL Server 2005.</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 </a:t>
                      </a:r>
                      <a:endParaRPr lang="en-IN" sz="1100">
                        <a:effectLst/>
                        <a:latin typeface="Calibri" panose="020F0502020204030204" pitchFamily="34" charset="0"/>
                        <a:ea typeface="Calibri" panose="020F0502020204030204" pitchFamily="34" charset="0"/>
                        <a:cs typeface="Mangal"/>
                      </a:endParaRPr>
                    </a:p>
                  </a:txBody>
                  <a:tcPr marL="68580" marR="68580" marT="0" marB="0"/>
                </a:tc>
              </a:tr>
              <a:tr h="2450105">
                <a:tc>
                  <a:txBody>
                    <a:bodyPr/>
                    <a:lstStyle/>
                    <a:p>
                      <a:pPr algn="l">
                        <a:lnSpc>
                          <a:spcPct val="115000"/>
                        </a:lnSpc>
                        <a:spcAft>
                          <a:spcPts val="0"/>
                        </a:spcAft>
                      </a:pPr>
                      <a:r>
                        <a:rPr lang="en-US" sz="1100" dirty="0">
                          <a:effectLst/>
                          <a:latin typeface="Calibri" panose="020F0502020204030204" pitchFamily="34" charset="0"/>
                          <a:ea typeface="Calibri" panose="020F0502020204030204" pitchFamily="34" charset="0"/>
                          <a:cs typeface="Mangal"/>
                        </a:rPr>
                        <a:t>2.</a:t>
                      </a:r>
                      <a:endParaRPr lang="en-IN"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dirty="0">
                          <a:effectLst/>
                          <a:latin typeface="Calibri" panose="020F0502020204030204" pitchFamily="34" charset="0"/>
                          <a:ea typeface="Calibri" panose="020F0502020204030204" pitchFamily="34" charset="0"/>
                          <a:cs typeface="Mangal"/>
                        </a:rPr>
                        <a:t>Design of a Mobile and Desktop Application Platform for Hospital Triaging System.</a:t>
                      </a:r>
                      <a:endParaRPr lang="en-IN" sz="1100" dirty="0">
                        <a:effectLst/>
                        <a:latin typeface="Calibri" panose="020F0502020204030204" pitchFamily="34" charset="0"/>
                        <a:ea typeface="Calibri" panose="020F0502020204030204" pitchFamily="34" charset="0"/>
                        <a:cs typeface="Mangal"/>
                      </a:endParaRPr>
                    </a:p>
                    <a:p>
                      <a:pPr algn="l">
                        <a:lnSpc>
                          <a:spcPct val="115000"/>
                        </a:lnSpc>
                        <a:spcAft>
                          <a:spcPts val="0"/>
                        </a:spcAft>
                      </a:pPr>
                      <a:r>
                        <a:rPr lang="en-US" sz="1100" dirty="0">
                          <a:effectLst/>
                          <a:latin typeface="Calibri" panose="020F0502020204030204" pitchFamily="34" charset="0"/>
                          <a:ea typeface="Calibri" panose="020F0502020204030204" pitchFamily="34" charset="0"/>
                          <a:cs typeface="Mangal"/>
                        </a:rPr>
                        <a:t>(2018)</a:t>
                      </a:r>
                      <a:endParaRPr lang="en-IN" sz="11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 Raphael Benedict G. Luta, Renann  G. Baldovino* , and Nilo T. Bugtai Manufacturing Engineering and Management (MEM) Department Gokongwei College of Engineering, De La Salle University 2401 Taft Avenue, 0922 Manila, Philippines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a:effectLst/>
                          <a:latin typeface="Calibri" panose="020F0502020204030204" pitchFamily="34" charset="0"/>
                          <a:ea typeface="Calibri" panose="020F0502020204030204" pitchFamily="34" charset="0"/>
                          <a:cs typeface="Mangal"/>
                        </a:rPr>
                        <a:t> </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l">
                        <a:lnSpc>
                          <a:spcPct val="115000"/>
                        </a:lnSpc>
                        <a:spcAft>
                          <a:spcPts val="0"/>
                        </a:spcAft>
                      </a:pPr>
                      <a:r>
                        <a:rPr lang="en-US" sz="1100" dirty="0">
                          <a:effectLst/>
                          <a:latin typeface="Calibri" panose="020F0502020204030204" pitchFamily="34" charset="0"/>
                          <a:ea typeface="Calibri" panose="020F0502020204030204" pitchFamily="34" charset="0"/>
                          <a:cs typeface="Mangal"/>
                        </a:rPr>
                        <a:t> </a:t>
                      </a:r>
                      <a:endParaRPr lang="en-IN" sz="1100" dirty="0">
                        <a:effectLst/>
                        <a:latin typeface="Calibri" panose="020F0502020204030204" pitchFamily="34" charset="0"/>
                        <a:ea typeface="Calibri" panose="020F0502020204030204" pitchFamily="34" charset="0"/>
                        <a:cs typeface="Mangal"/>
                      </a:endParaRPr>
                    </a:p>
                  </a:txBody>
                  <a:tcPr marL="68580" marR="68580" marT="0" marB="0"/>
                </a:tc>
              </a:tr>
            </a:tbl>
          </a:graphicData>
        </a:graphic>
      </p:graphicFrame>
    </p:spTree>
    <p:extLst>
      <p:ext uri="{BB962C8B-B14F-4D97-AF65-F5344CB8AC3E}">
        <p14:creationId xmlns:p14="http://schemas.microsoft.com/office/powerpoint/2010/main" xmlns="" val="2449431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9CD3E-5E33-4EB5-A2CE-C636605E633F}"/>
              </a:ext>
            </a:extLst>
          </p:cNvPr>
          <p:cNvSpPr>
            <a:spLocks noGrp="1"/>
          </p:cNvSpPr>
          <p:nvPr>
            <p:ph type="title"/>
          </p:nvPr>
        </p:nvSpPr>
        <p:spPr>
          <a:xfrm>
            <a:off x="1294363" y="804519"/>
            <a:ext cx="9603275" cy="1049235"/>
          </a:xfrm>
        </p:spPr>
        <p:txBody>
          <a:bodyPr/>
          <a:lstStyle/>
          <a:p>
            <a:pPr algn="ctr"/>
            <a:r>
              <a:rPr lang="en-US" dirty="0" smtClean="0"/>
              <a:t>Methodology</a:t>
            </a:r>
            <a:endParaRPr lang="en-US" dirty="0"/>
          </a:p>
        </p:txBody>
      </p:sp>
      <p:pic>
        <p:nvPicPr>
          <p:cNvPr id="6" name="Graphic 5" descr="Tools icon">
            <a:extLst>
              <a:ext uri="{FF2B5EF4-FFF2-40B4-BE49-F238E27FC236}">
                <a16:creationId xmlns:a16="http://schemas.microsoft.com/office/drawing/2014/main" xmlns="" id="{A0524D64-7C99-4DD6-A26E-C33BE01EC436}"/>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884045" y="340011"/>
            <a:ext cx="1044000" cy="1044000"/>
          </a:xfrm>
          <a:prstGeom prst="rect">
            <a:avLst/>
          </a:prstGeom>
        </p:spPr>
      </p:pic>
      <p:sp>
        <p:nvSpPr>
          <p:cNvPr id="7" name="Rectangle 6"/>
          <p:cNvSpPr/>
          <p:nvPr/>
        </p:nvSpPr>
        <p:spPr>
          <a:xfrm>
            <a:off x="7953760" y="2044121"/>
            <a:ext cx="2833353" cy="515155"/>
          </a:xfrm>
          <a:prstGeom prst="rect">
            <a:avLst/>
          </a:prstGeom>
          <a:solidFill>
            <a:srgbClr val="B71E4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IN" dirty="0" smtClean="0"/>
              <a:t>Patient</a:t>
            </a:r>
            <a:endParaRPr lang="en-IN" dirty="0"/>
          </a:p>
        </p:txBody>
      </p:sp>
      <p:sp>
        <p:nvSpPr>
          <p:cNvPr id="8" name="Rectangle 7"/>
          <p:cNvSpPr/>
          <p:nvPr/>
        </p:nvSpPr>
        <p:spPr>
          <a:xfrm>
            <a:off x="7953760" y="4239783"/>
            <a:ext cx="2820473" cy="553791"/>
          </a:xfrm>
          <a:prstGeom prst="rect">
            <a:avLst/>
          </a:prstGeom>
          <a:solidFill>
            <a:srgbClr val="B71E4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IN" dirty="0" smtClean="0"/>
              <a:t>Staff</a:t>
            </a:r>
            <a:endParaRPr lang="en-IN" dirty="0"/>
          </a:p>
        </p:txBody>
      </p:sp>
      <p:sp>
        <p:nvSpPr>
          <p:cNvPr id="9" name="Rectangle 8"/>
          <p:cNvSpPr/>
          <p:nvPr/>
        </p:nvSpPr>
        <p:spPr>
          <a:xfrm>
            <a:off x="1410237" y="3200404"/>
            <a:ext cx="2073498" cy="579550"/>
          </a:xfrm>
          <a:prstGeom prst="rect">
            <a:avLst/>
          </a:prstGeom>
          <a:solidFill>
            <a:srgbClr val="B71E4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IN" dirty="0"/>
              <a:t>Administrator</a:t>
            </a:r>
          </a:p>
        </p:txBody>
      </p:sp>
      <p:sp>
        <p:nvSpPr>
          <p:cNvPr id="10" name="Oval 9"/>
          <p:cNvSpPr/>
          <p:nvPr/>
        </p:nvSpPr>
        <p:spPr>
          <a:xfrm>
            <a:off x="4906851" y="3036114"/>
            <a:ext cx="1777903" cy="1242637"/>
          </a:xfrm>
          <a:prstGeom prst="ellipse">
            <a:avLst/>
          </a:prstGeom>
          <a:solidFill>
            <a:srgbClr val="B71E4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IN" dirty="0" smtClean="0"/>
              <a:t>Process</a:t>
            </a:r>
          </a:p>
          <a:p>
            <a:pPr algn="ctr"/>
            <a:r>
              <a:rPr lang="en-IN" dirty="0" smtClean="0"/>
              <a:t>HMS</a:t>
            </a:r>
            <a:endParaRPr lang="en-IN" dirty="0"/>
          </a:p>
        </p:txBody>
      </p:sp>
      <p:cxnSp>
        <p:nvCxnSpPr>
          <p:cNvPr id="12" name="Straight Arrow Connector 11"/>
          <p:cNvCxnSpPr/>
          <p:nvPr/>
        </p:nvCxnSpPr>
        <p:spPr>
          <a:xfrm>
            <a:off x="3570140" y="3230474"/>
            <a:ext cx="1336711" cy="2123"/>
          </a:xfrm>
          <a:prstGeom prst="straightConnector1">
            <a:avLst/>
          </a:prstGeom>
          <a:ln w="31750">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p:cNvCxnSpPr/>
          <p:nvPr/>
        </p:nvCxnSpPr>
        <p:spPr>
          <a:xfrm flipH="1">
            <a:off x="3602865" y="3657433"/>
            <a:ext cx="1330798" cy="0"/>
          </a:xfrm>
          <a:prstGeom prst="straightConnector1">
            <a:avLst/>
          </a:prstGeom>
          <a:ln w="31750">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p:cNvCxnSpPr/>
          <p:nvPr/>
        </p:nvCxnSpPr>
        <p:spPr>
          <a:xfrm flipH="1">
            <a:off x="6524816" y="2228347"/>
            <a:ext cx="978793" cy="515163"/>
          </a:xfrm>
          <a:prstGeom prst="straightConnector1">
            <a:avLst/>
          </a:prstGeom>
          <a:ln w="31750">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p:cNvCxnSpPr/>
          <p:nvPr/>
        </p:nvCxnSpPr>
        <p:spPr>
          <a:xfrm flipV="1">
            <a:off x="6863857" y="2467553"/>
            <a:ext cx="888643" cy="512130"/>
          </a:xfrm>
          <a:prstGeom prst="straightConnector1">
            <a:avLst/>
          </a:prstGeom>
          <a:ln w="31750">
            <a:tailEnd type="triangle"/>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p:nvPr/>
        </p:nvCxnSpPr>
        <p:spPr>
          <a:xfrm>
            <a:off x="6863857" y="3854640"/>
            <a:ext cx="971828" cy="380149"/>
          </a:xfrm>
          <a:prstGeom prst="straightConnector1">
            <a:avLst/>
          </a:prstGeom>
          <a:ln w="31750">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p:nvPr/>
        </p:nvCxnSpPr>
        <p:spPr>
          <a:xfrm flipH="1" flipV="1">
            <a:off x="6608604" y="4104708"/>
            <a:ext cx="1068946" cy="399334"/>
          </a:xfrm>
          <a:prstGeom prst="straightConnector1">
            <a:avLst/>
          </a:prstGeom>
          <a:ln w="31750">
            <a:tailEnd type="triangle"/>
          </a:ln>
        </p:spPr>
        <p:style>
          <a:lnRef idx="3">
            <a:schemeClr val="accent1"/>
          </a:lnRef>
          <a:fillRef idx="0">
            <a:schemeClr val="accent1"/>
          </a:fillRef>
          <a:effectRef idx="2">
            <a:schemeClr val="accent1"/>
          </a:effectRef>
          <a:fontRef idx="minor">
            <a:schemeClr val="tx1"/>
          </a:fontRef>
        </p:style>
      </p:cxnSp>
      <p:sp>
        <p:nvSpPr>
          <p:cNvPr id="45" name="TextBox 44"/>
          <p:cNvSpPr txBox="1"/>
          <p:nvPr/>
        </p:nvSpPr>
        <p:spPr>
          <a:xfrm>
            <a:off x="3496997" y="2848779"/>
            <a:ext cx="1253869" cy="338554"/>
          </a:xfrm>
          <a:prstGeom prst="rect">
            <a:avLst/>
          </a:prstGeom>
          <a:noFill/>
        </p:spPr>
        <p:txBody>
          <a:bodyPr wrap="none" rtlCol="0">
            <a:spAutoFit/>
          </a:bodyPr>
          <a:lstStyle/>
          <a:p>
            <a:r>
              <a:rPr lang="en-IN" sz="1600" dirty="0" smtClean="0"/>
              <a:t>Authenticate</a:t>
            </a:r>
            <a:endParaRPr lang="en-IN" sz="1600" dirty="0"/>
          </a:p>
        </p:txBody>
      </p:sp>
      <p:sp>
        <p:nvSpPr>
          <p:cNvPr id="46" name="TextBox 45"/>
          <p:cNvSpPr txBox="1"/>
          <p:nvPr/>
        </p:nvSpPr>
        <p:spPr>
          <a:xfrm>
            <a:off x="3570141" y="3779954"/>
            <a:ext cx="1504135" cy="369332"/>
          </a:xfrm>
          <a:prstGeom prst="rect">
            <a:avLst/>
          </a:prstGeom>
          <a:noFill/>
        </p:spPr>
        <p:txBody>
          <a:bodyPr wrap="square" rtlCol="0">
            <a:spAutoFit/>
          </a:bodyPr>
          <a:lstStyle/>
          <a:p>
            <a:r>
              <a:rPr lang="en-IN" dirty="0" smtClean="0"/>
              <a:t>Records(data)</a:t>
            </a:r>
            <a:endParaRPr lang="en-IN" dirty="0"/>
          </a:p>
        </p:txBody>
      </p:sp>
      <p:sp>
        <p:nvSpPr>
          <p:cNvPr id="48" name="TextBox 47"/>
          <p:cNvSpPr txBox="1"/>
          <p:nvPr/>
        </p:nvSpPr>
        <p:spPr>
          <a:xfrm rot="20049075">
            <a:off x="6285516" y="2121781"/>
            <a:ext cx="1289456" cy="369332"/>
          </a:xfrm>
          <a:prstGeom prst="rect">
            <a:avLst/>
          </a:prstGeom>
          <a:noFill/>
        </p:spPr>
        <p:txBody>
          <a:bodyPr wrap="square" rtlCol="0">
            <a:spAutoFit/>
          </a:bodyPr>
          <a:lstStyle/>
          <a:p>
            <a:r>
              <a:rPr lang="en-IN" dirty="0" smtClean="0"/>
              <a:t>Register, bill</a:t>
            </a:r>
            <a:endParaRPr lang="en-IN" dirty="0"/>
          </a:p>
        </p:txBody>
      </p:sp>
      <p:sp>
        <p:nvSpPr>
          <p:cNvPr id="49" name="TextBox 48"/>
          <p:cNvSpPr txBox="1"/>
          <p:nvPr/>
        </p:nvSpPr>
        <p:spPr>
          <a:xfrm rot="19763416">
            <a:off x="6809593" y="2725360"/>
            <a:ext cx="1152880" cy="369332"/>
          </a:xfrm>
          <a:prstGeom prst="rect">
            <a:avLst/>
          </a:prstGeom>
          <a:noFill/>
        </p:spPr>
        <p:txBody>
          <a:bodyPr wrap="none" rtlCol="0">
            <a:spAutoFit/>
          </a:bodyPr>
          <a:lstStyle/>
          <a:p>
            <a:r>
              <a:rPr lang="en-IN" dirty="0" smtClean="0"/>
              <a:t>Treatment</a:t>
            </a:r>
            <a:endParaRPr lang="en-IN" dirty="0"/>
          </a:p>
        </p:txBody>
      </p:sp>
      <p:sp>
        <p:nvSpPr>
          <p:cNvPr id="50" name="TextBox 49"/>
          <p:cNvSpPr txBox="1"/>
          <p:nvPr/>
        </p:nvSpPr>
        <p:spPr>
          <a:xfrm rot="1255666">
            <a:off x="6969619" y="3560390"/>
            <a:ext cx="806054" cy="369332"/>
          </a:xfrm>
          <a:prstGeom prst="rect">
            <a:avLst/>
          </a:prstGeom>
          <a:noFill/>
        </p:spPr>
        <p:txBody>
          <a:bodyPr wrap="none" rtlCol="0">
            <a:spAutoFit/>
          </a:bodyPr>
          <a:lstStyle/>
          <a:p>
            <a:pPr algn="ctr"/>
            <a:r>
              <a:rPr lang="en-IN" dirty="0" smtClean="0"/>
              <a:t>Payroll</a:t>
            </a:r>
            <a:endParaRPr lang="en-IN" dirty="0"/>
          </a:p>
        </p:txBody>
      </p:sp>
      <p:sp>
        <p:nvSpPr>
          <p:cNvPr id="53" name="TextBox 52"/>
          <p:cNvSpPr txBox="1"/>
          <p:nvPr/>
        </p:nvSpPr>
        <p:spPr>
          <a:xfrm rot="1126063">
            <a:off x="6563502" y="4268515"/>
            <a:ext cx="779660" cy="369332"/>
          </a:xfrm>
          <a:prstGeom prst="rect">
            <a:avLst/>
          </a:prstGeom>
          <a:noFill/>
        </p:spPr>
        <p:txBody>
          <a:bodyPr wrap="square" rtlCol="0">
            <a:spAutoFit/>
          </a:bodyPr>
          <a:lstStyle/>
          <a:p>
            <a:pPr algn="ctr"/>
            <a:r>
              <a:rPr lang="en-IN" dirty="0" smtClean="0"/>
              <a:t>Duty</a:t>
            </a:r>
            <a:endParaRPr lang="en-IN" dirty="0"/>
          </a:p>
        </p:txBody>
      </p:sp>
    </p:spTree>
    <p:extLst>
      <p:ext uri="{BB962C8B-B14F-4D97-AF65-F5344CB8AC3E}">
        <p14:creationId xmlns:p14="http://schemas.microsoft.com/office/powerpoint/2010/main" xmlns="" val="27129365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363" y="1957589"/>
            <a:ext cx="9603275" cy="1700011"/>
          </a:xfrm>
        </p:spPr>
        <p:txBody>
          <a:bodyPr>
            <a:normAutofit/>
          </a:bodyPr>
          <a:lstStyle/>
          <a:p>
            <a:r>
              <a:rPr lang="en-IN" sz="4000" dirty="0" smtClean="0">
                <a:latin typeface="Times New Roman" panose="02020603050405020304" pitchFamily="18" charset="0"/>
                <a:cs typeface="Times New Roman" panose="02020603050405020304" pitchFamily="18" charset="0"/>
              </a:rPr>
              <a:t>                          THANK YOU..!</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39002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Custom 10">
      <a:dk1>
        <a:sysClr val="windowText" lastClr="000000"/>
      </a:dk1>
      <a:lt1>
        <a:sysClr val="window" lastClr="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Default">
      <a:majorFont>
        <a:latin typeface="Gill Sans MT"/>
        <a:ea typeface=""/>
        <a:cs typeface=""/>
      </a:majorFont>
      <a:minorFont>
        <a:latin typeface="Gill Sans MT"/>
        <a:ea typeface=""/>
        <a:cs typeface=""/>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spDef>
      <a:spPr>
        <a:solidFill>
          <a:srgbClr val="B71E42"/>
        </a:solidFill>
        <a:ln>
          <a:noFill/>
        </a:ln>
      </a:spPr>
      <a:bodyPr rtlCol="0" anchor="ctr"/>
      <a:lstStyle>
        <a:defPPr algn="ctr">
          <a:defRPr/>
        </a:defPPr>
      </a:lstStyle>
      <a:style>
        <a:lnRef idx="3">
          <a:schemeClr val="lt1"/>
        </a:lnRef>
        <a:fillRef idx="1">
          <a:schemeClr val="accent1"/>
        </a:fillRef>
        <a:effectRef idx="1">
          <a:schemeClr val="accent1"/>
        </a:effectRef>
        <a:fontRef idx="minor">
          <a:schemeClr val="lt1"/>
        </a:fontRef>
      </a:style>
    </a:spDef>
    <a:lnDef>
      <a:spPr>
        <a:ln w="31750"/>
      </a:spPr>
      <a:bodyPr/>
      <a:lstStyle/>
      <a:style>
        <a:lnRef idx="3">
          <a:schemeClr val="accent1"/>
        </a:lnRef>
        <a:fillRef idx="0">
          <a:schemeClr val="accent1"/>
        </a:fillRef>
        <a:effectRef idx="2">
          <a:schemeClr val="accent1"/>
        </a:effectRef>
        <a:fontRef idx="minor">
          <a:schemeClr val="tx1"/>
        </a:fontRef>
      </a:style>
    </a:lnDef>
  </a:objectDefaults>
  <a:extraClrSchemeLst/>
  <a:extLst>
    <a:ext uri="{05A4C25C-085E-4340-85A3-A5531E510DB2}">
      <thm15:themeFamily xmlns:thm15="http://schemas.microsoft.com/office/thememl/2012/main" xmlns="" name="TF66921596_My invention presentation_AAS_v5" id="{87E5ADC5-22B1-48B6-A377-CC62C9F76903}" vid="{35D6D025-A430-4CAD-B81F-81678F6B39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59C8665-7E41-4E8E-957E-307F6F826AF4}">
  <ds:schemaRefs>
    <ds:schemaRef ds:uri="http://schemas.microsoft.com/sharepoint/v3/contenttype/forms"/>
  </ds:schemaRefs>
</ds:datastoreItem>
</file>

<file path=customXml/itemProps2.xml><?xml version="1.0" encoding="utf-8"?>
<ds:datastoreItem xmlns:ds="http://schemas.openxmlformats.org/officeDocument/2006/customXml" ds:itemID="{CFA01955-FFEB-4169-B0BF-D790410D62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1DB373-C1A1-4924-9AF2-F04368201509}">
  <ds:schemaRefs>
    <ds:schemaRef ds:uri="http://purl.org/dc/terms/"/>
    <ds:schemaRef ds:uri="http://schemas.microsoft.com/office/2006/documentManagement/typ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71af3243-3dd4-4a8d-8c0d-dd76da1f02a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My invention</Template>
  <TotalTime>0</TotalTime>
  <Words>482</Words>
  <Application>Microsoft Office PowerPoint</Application>
  <PresentationFormat>Custom</PresentationFormat>
  <Paragraphs>50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Gallery</vt:lpstr>
      <vt:lpstr>Digitalization of hospital</vt:lpstr>
      <vt:lpstr>Problem statement</vt:lpstr>
      <vt:lpstr>Abstract</vt:lpstr>
      <vt:lpstr>Literature review</vt:lpstr>
      <vt:lpstr>Methodology</vt:lpstr>
      <vt:lpstr>                          THANK YOU..!</vt:lpstr>
    </vt:vector>
  </TitlesOfParts>
  <Manager/>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2020-03-15T06:09:38Z</dcterms:created>
  <dcterms:modified xsi:type="dcterms:W3CDTF">2020-12-23T18:03:10Z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