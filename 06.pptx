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  <p:sldId id="265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-560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AA1FE4-2F03-4A02-90B5-0115241C37B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2F34A-FA58-4B87-9148-594279CBFE4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921FF-00CA-49B0-B8C0-D47463448545}" type="datetime1">
              <a:rPr lang="en-IN" smtClean="0"/>
              <a:t>23-07-2020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Personality Development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648A4-8FAA-4233-81F3-5ED28BD77B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31633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B04B4-9BDC-4434-BE82-8904723D1144}" type="datetime1">
              <a:rPr lang="en-IN" smtClean="0"/>
              <a:t>23-07-2020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Personality Development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648A4-8FAA-4233-81F3-5ED28BD77B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0886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5433-C8EB-4998-B2F0-B7F4D43D04FB}" type="datetime1">
              <a:rPr lang="en-IN" smtClean="0"/>
              <a:t>23-07-2020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Personality Development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648A4-8FAA-4233-81F3-5ED28BD77B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15029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6CFE9-C211-4751-952E-78DA536B92FE}" type="datetime1">
              <a:rPr lang="en-IN" smtClean="0"/>
              <a:t>23-07-2020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Personality Development</a:t>
            </a:r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648A4-8FAA-4233-81F3-5ED28BD77B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81285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9D89-7F8A-473D-8950-DBD9D6D86186}" type="datetime1">
              <a:rPr lang="en-IN" smtClean="0"/>
              <a:t>23-07-2020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Personality Development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648A4-8FAA-4233-81F3-5ED28BD77B13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86855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1AC0-24AA-4DD1-9CE3-3B19F1999205}" type="datetime1">
              <a:rPr lang="en-IN" smtClean="0"/>
              <a:t>23-07-2020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Personality Development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648A4-8FAA-4233-81F3-5ED28BD77B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7246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625CE-01A0-446B-885F-589503F522D0}" type="datetime1">
              <a:rPr lang="en-IN" smtClean="0"/>
              <a:t>23-07-2020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Personality Development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648A4-8FAA-4233-81F3-5ED28BD77B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40779191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69E8C-A781-482E-B47B-10BBA3C43842}" type="datetime1">
              <a:rPr lang="en-IN" smtClean="0"/>
              <a:t>23-07-2020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IN" smtClean="0"/>
              <a:t>Personality Development</a:t>
            </a:r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648A4-8FAA-4233-81F3-5ED28BD77B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21912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13521EC-396F-41AF-BAD6-F3484ABED767}" type="datetime1">
              <a:rPr lang="en-IN" smtClean="0"/>
              <a:t>23-07-2020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IN" smtClean="0"/>
              <a:t>Personality Development</a:t>
            </a:r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648A4-8FAA-4233-81F3-5ED28BD77B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38105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7AA3-9693-495E-AFA3-0BADDE8DD4D5}" type="datetime1">
              <a:rPr lang="en-IN" smtClean="0"/>
              <a:t>23-07-2020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Personality Development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648A4-8FAA-4233-81F3-5ED28BD77B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61587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8A5-BA91-450B-A36E-FF4FBA127B74}" type="datetime1">
              <a:rPr lang="en-IN" smtClean="0"/>
              <a:t>23-07-2020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Personality Development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648A4-8FAA-4233-81F3-5ED28BD77B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53388902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ACB3E5F-6E61-4A0C-A5E1-B9CCABD39C23}" type="datetime1">
              <a:rPr lang="en-IN" smtClean="0"/>
              <a:t>23-07-2020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IN" smtClean="0"/>
              <a:t>Personality Development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A8648A4-8FAA-4233-81F3-5ED28BD77B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51160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hf sldNum="0"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900034-83D9-48BE-8C87-F81BFEF4A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437" y="288524"/>
            <a:ext cx="11123720" cy="1842117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Personality Development: The Self Trainer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06E9E30-B48D-4DA9-B658-17ACC780E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7095" y="2867487"/>
            <a:ext cx="7856737" cy="3701989"/>
          </a:xfrm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bg1"/>
                </a:solidFill>
              </a:rPr>
              <a:t>				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Members</a:t>
            </a:r>
          </a:p>
          <a:p>
            <a:pPr algn="l"/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Manasi Manohar Khedekar</a:t>
            </a:r>
          </a:p>
          <a:p>
            <a:pPr algn="l"/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Tanish Kishor Laddha</a:t>
            </a:r>
          </a:p>
          <a:p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Project Guide</a:t>
            </a:r>
          </a:p>
          <a:p>
            <a:pPr algn="l"/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Prof P. V. Oak</a:t>
            </a:r>
          </a:p>
        </p:txBody>
      </p:sp>
    </p:spTree>
    <p:extLst>
      <p:ext uri="{BB962C8B-B14F-4D97-AF65-F5344CB8AC3E}">
        <p14:creationId xmlns:p14="http://schemas.microsoft.com/office/powerpoint/2010/main" xmlns="" val="2721349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595ED0-D3D4-4783-8B11-C7A0C9787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99873"/>
            <a:ext cx="10018713" cy="1196267"/>
          </a:xfrm>
        </p:spPr>
        <p:txBody>
          <a:bodyPr>
            <a:normAutofit/>
          </a:bodyPr>
          <a:lstStyle/>
          <a:p>
            <a:pPr algn="ctr"/>
            <a:r>
              <a:rPr lang="en-IN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C956C0D-2A4C-41EE-8901-6E3B670F2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89103"/>
            <a:ext cx="10018713" cy="516902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Personality development is becoming a significant aspect of the evolution of a student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acquisition of ‘soft skills’ such as ethics, emotional intelligence, language, and communication.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and management aspects besides one’s professional field are necessary and crucial for holistic education.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desire in a young professional to create a strong positive impression about the self in intellectual and social circles is paramount.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aptitude test has also become a crucial aspect among students.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by considering this problem, we have decided to build this tool.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which, tool will consist of two modules first will be of aptitude &amp; technical test practice and second will be of the soft skill assessment.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C2D95-5BAA-4DD3-92F0-4BBA8EA03DF7}" type="datetime1">
              <a:rPr lang="en-IN" smtClean="0"/>
              <a:t>23-07-2020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Personality Development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299917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48BC1E-716D-4E99-9F82-363B12D6C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1518" y="0"/>
            <a:ext cx="10018713" cy="1154097"/>
          </a:xfrm>
        </p:spPr>
        <p:txBody>
          <a:bodyPr>
            <a:normAutofit/>
          </a:bodyPr>
          <a:lstStyle/>
          <a:p>
            <a:pPr algn="ctr"/>
            <a:r>
              <a:rPr lang="en-IN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30DAE80-4C5F-446F-BC5F-094AC0AA5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6656" y="1650291"/>
            <a:ext cx="9897862" cy="413795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been observed that many students lag behind to crack the interview because of less practice, low confidence and poor soft skills / body language. We propose to work on these issues with following objectives: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module to have a test or practice on the Aptitude and technical questions with assessment.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skill assessment through video analysis.</a:t>
            </a:r>
          </a:p>
          <a:p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706A-0E57-41FA-A124-C9249629B922}" type="datetime1">
              <a:rPr lang="en-IN" smtClean="0"/>
              <a:t>23-07-2020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Personality Development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48229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E07FA0-E1C4-402F-8DD7-32439082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3817"/>
            <a:ext cx="10515600" cy="70907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00B050"/>
                </a:solidFill>
              </a:rPr>
              <a:t>Literature</a:t>
            </a:r>
            <a:r>
              <a:rPr lang="en-IN" dirty="0"/>
              <a:t> </a:t>
            </a:r>
            <a:r>
              <a:rPr lang="en-IN" dirty="0">
                <a:solidFill>
                  <a:srgbClr val="00B050"/>
                </a:solidFill>
              </a:rPr>
              <a:t>Review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7578CA16-0D45-47E8-99EF-5DD8C25296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452" y="1105691"/>
            <a:ext cx="11798424" cy="5650216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3F13-FC2B-46D0-80B0-7FE8BF3615D6}" type="datetime1">
              <a:rPr lang="en-IN" smtClean="0"/>
              <a:t>23-07-2020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Personality Development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63780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E2F5765E-81CC-4908-82CB-7BD84497D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505" y="241778"/>
            <a:ext cx="11688678" cy="648749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A7B31-7536-4AB3-9234-5504E266E12C}" type="datetime1">
              <a:rPr lang="en-IN" smtClean="0"/>
              <a:t>23-07-2020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Personality Development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67572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6E7AAC-7247-41A5-9132-865B7F0DF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76" y="271914"/>
            <a:ext cx="5113537" cy="1814338"/>
          </a:xfrm>
        </p:spPr>
        <p:txBody>
          <a:bodyPr>
            <a:noAutofit/>
          </a:bodyPr>
          <a:lstStyle/>
          <a:p>
            <a:pPr algn="l"/>
            <a:r>
              <a:rPr lang="en-IN" sz="4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xmlns="" id="{A6E18441-0006-419D-99B9-D424E1362C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708342" y="93745"/>
            <a:ext cx="6090081" cy="6697671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E82D-C670-4F6A-BF5B-661DFE7B2D4C}" type="datetime1">
              <a:rPr lang="en-IN" smtClean="0"/>
              <a:t>23-07-2020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Personality Development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34004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A8DB13-1A8C-4093-A37B-313944C90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369" y="181992"/>
            <a:ext cx="9339309" cy="759041"/>
          </a:xfrm>
        </p:spPr>
        <p:txBody>
          <a:bodyPr/>
          <a:lstStyle/>
          <a:p>
            <a:r>
              <a:rPr lang="en-IN" dirty="0">
                <a:solidFill>
                  <a:srgbClr val="00B050"/>
                </a:solidFill>
              </a:rPr>
              <a:t>Results till 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2E186F-D372-456A-A3E7-604F1489D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243" y="1131267"/>
            <a:ext cx="9339309" cy="561576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</a:p>
          <a:p>
            <a:pPr algn="just"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prepared the set of 263 Questions for the Quantitative Test. [22]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of Question Paper:</a:t>
            </a:r>
          </a:p>
          <a:p>
            <a:pPr algn="just"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question paper is generated by collecting random questions from the Dataset. </a:t>
            </a:r>
          </a:p>
          <a:p>
            <a:pPr algn="just"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 random questions are then displayed to the user.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Assessment:</a:t>
            </a:r>
          </a:p>
          <a:p>
            <a:pPr algn="just"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Answers which are given by the user are stored in the file with the answers to the actual questions. </a:t>
            </a:r>
          </a:p>
          <a:p>
            <a:pPr algn="just"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Answers will be automatically assessed by the system by the comparison with original answer of that question.</a:t>
            </a:r>
          </a:p>
          <a:p>
            <a:pPr algn="just"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is declared to the user.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is done by seeing that the random questions are generated or not for the user.</a:t>
            </a:r>
          </a:p>
          <a:p>
            <a:pPr algn="just"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Any of the questions is not repetitive</a:t>
            </a:r>
            <a:r>
              <a:rPr lang="en-IN" sz="2000" dirty="0"/>
              <a:t>.</a:t>
            </a:r>
          </a:p>
          <a:p>
            <a:pPr algn="just">
              <a:lnSpc>
                <a:spcPct val="150000"/>
              </a:lnSpc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61F75-4A01-46FA-AF46-B3DCCD1DC0A5}" type="datetime1">
              <a:rPr lang="en-IN" smtClean="0"/>
              <a:t>23-07-2020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Personality Development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07044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93A9007-009E-4213-892A-19E71B460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6858001"/>
          </a:xfrm>
        </p:spPr>
        <p:txBody>
          <a:bodyPr>
            <a:normAutofit lnSpcReduction="10000"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to attempt test for user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Paper generation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trying for further implementation, but due to some issues, we have got stuck in between the implementation.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6A9482F-3702-44DE-B72B-6B22EC4BC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62785" y="106531"/>
            <a:ext cx="6309006" cy="2848411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xmlns="" id="{76CFCDF2-0F08-4FBA-875C-0E1BC175AB39}"/>
              </a:ext>
            </a:extLst>
          </p:cNvPr>
          <p:cNvSpPr/>
          <p:nvPr/>
        </p:nvSpPr>
        <p:spPr>
          <a:xfrm>
            <a:off x="4270159" y="1500326"/>
            <a:ext cx="905523" cy="523783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xmlns="" id="{4268BE35-CD81-49F3-AEFE-4278C4ED9DD8}"/>
              </a:ext>
            </a:extLst>
          </p:cNvPr>
          <p:cNvSpPr/>
          <p:nvPr/>
        </p:nvSpPr>
        <p:spPr>
          <a:xfrm>
            <a:off x="4270157" y="3917271"/>
            <a:ext cx="905523" cy="523783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9FB50F73-9245-4085-AB95-05D4C945CD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529337" y="3308254"/>
            <a:ext cx="6309006" cy="2622029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BD68-0A17-4DB3-AA7D-6A6B56BD5B0C}" type="datetime1">
              <a:rPr lang="en-IN" smtClean="0"/>
              <a:t>23-07-2020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Personality Development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217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38046B-68C5-4A07-8107-77978BD71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507" y="186432"/>
            <a:ext cx="10120543" cy="1118586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B050"/>
                </a:solidFill>
              </a:rPr>
              <a:t>Expected implementation before joining next semester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3996580-BE5E-4C5C-97D5-931062CAC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506" y="1606858"/>
            <a:ext cx="10120543" cy="2290439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of our first module of Aptitude &amp; Technical Test.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 study of feature extraction along with implementation.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basics of video analysis with study of HMM &amp; k-means clustering.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E61E5-0CAD-42B1-922E-88E695575FCF}" type="datetime1">
              <a:rPr lang="en-IN" smtClean="0"/>
              <a:t>23-07-2020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Personality Development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46179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003CA8-08F1-4BC1-AFFE-60973E86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778"/>
            <a:ext cx="10515600" cy="843378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B963C1D-CDEB-484F-9724-107205B25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695" y="1100831"/>
            <a:ext cx="11166259" cy="594803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Saad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et.al, “Human Action recognition in video using kinematics features and multiple instance learning”, IEEE Transaction on pattern analysis and machine intelligence, 2010.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sv-S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Blank, L. Gorelick, E. Shechtman, M. Irani, and R. Basri,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“Actions as Space-Time Shapes,” Proc. IEEE Int’l Conf. Computer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Vision, 2005.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C. Schuldt, I. Laptev, and B. Caputo, “Recognizing Human Actions: A Local SVM Approach,” Proc. IEEE Int’l Conf. Pattern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Recognition, 2004.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Nasser H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Dardas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et.al, “Real Time Hand Gesture Detection and Recognition using Bag of Features and support vector Machine Technique”, IEEE Transaction on Instrumentation and Measurement, 2011.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Mohamed-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Becha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kaaniche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et.al, “Recognizing Gesture by learning local motion signatures of HOG Descriptors”, IEEE Transaction on pattern Analysis and Machine Intelligence,2012.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Schuldt, I. Laptev, and B. Caputo, “Recognizing Human Actions: A Local SVM Approach,” Proc. IEEE Int’l Conf. Pattern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vol. 3, pp. 32-36, Aug. 2004.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US" sz="1200" dirty="0">
                <a:latin typeface="Times New Roman" panose="02020603050405020304" pitchFamily="18" charset="0"/>
              </a:rPr>
              <a:t>D. Weinland, E. Boyer, and R. </a:t>
            </a:r>
            <a:r>
              <a:rPr lang="en-US" sz="1200" dirty="0" err="1">
                <a:latin typeface="Times New Roman" panose="02020603050405020304" pitchFamily="18" charset="0"/>
              </a:rPr>
              <a:t>Ronfard</a:t>
            </a:r>
            <a:r>
              <a:rPr lang="en-US" sz="1200" dirty="0">
                <a:latin typeface="Times New Roman" panose="02020603050405020304" pitchFamily="18" charset="0"/>
              </a:rPr>
              <a:t>, “Action Recognition from Arbitrary Views Using 3D </a:t>
            </a:r>
            <a:r>
              <a:rPr lang="en-US" sz="1200" dirty="0" err="1">
                <a:latin typeface="Times New Roman" panose="02020603050405020304" pitchFamily="18" charset="0"/>
              </a:rPr>
              <a:t>Examplars</a:t>
            </a:r>
            <a:r>
              <a:rPr lang="en-US" sz="1200" dirty="0">
                <a:latin typeface="Times New Roman" panose="02020603050405020304" pitchFamily="18" charset="0"/>
              </a:rPr>
              <a:t>,” Proc. IEEE Int’l Conf. Computer Vision, pp. 1-7, Oct. 2007.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Yang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et.al, “Discovering Motion Primitives for unsupervised Grouping and One-Shot Learning of Human Action, Gestures and Expression”, IEEE Transaction on Pattern Analysis and Machine Intelligence,2013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Z. Lin, Z. Jiang, and L. Davis, “Recognizing Actions by Shape- Motion Prototype Trees,” Proc. 12th IEEE Int’l Conf. Computer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Vision, 2009.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</a:t>
            </a:r>
            <a:r>
              <a:rPr lang="sv-S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Shechtman, L. Gorelick, M. Blank, M. Irani, and R. Basri,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“Actions as Space-Time Shapes,” IEEE Trans. Pattern Analysis and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Intelligence, vol. 29, no. 12, pp. 2247-2253, Dec. 2007.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60BBB-6782-4ADF-ADB9-A7BD33274B8F}" type="datetime1">
              <a:rPr lang="en-IN" smtClean="0"/>
              <a:t>23-07-2020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Personality Development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63334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C1B440-AFBA-4F24-8B4B-717CB4BB3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108" y="355107"/>
            <a:ext cx="11185864" cy="650289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Tian, T.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Kanade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J. Cohn, “Recognizing Action Units for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Expression Analysis,” IEEE Trans. Pattern Analysis and Machine Intelligence, vol. 23, no. 2, pp. 97-115, Feb. 2001.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</a:t>
            </a:r>
            <a:r>
              <a:rPr lang="en-US" sz="1200" dirty="0">
                <a:latin typeface="Times New Roman" panose="02020603050405020304" pitchFamily="18" charset="0"/>
              </a:rPr>
              <a:t>D. Weinland, E. Boyer, and R. </a:t>
            </a:r>
            <a:r>
              <a:rPr lang="en-US" sz="1200" dirty="0" err="1">
                <a:latin typeface="Times New Roman" panose="02020603050405020304" pitchFamily="18" charset="0"/>
              </a:rPr>
              <a:t>Ronfard</a:t>
            </a:r>
            <a:r>
              <a:rPr lang="en-US" sz="1200" dirty="0">
                <a:latin typeface="Times New Roman" panose="02020603050405020304" pitchFamily="18" charset="0"/>
              </a:rPr>
              <a:t>, “Action Recognition from Arbitrary Views Using 3D Exemplars,” Proc. 11th IEEE Int’l Conf. </a:t>
            </a:r>
            <a:r>
              <a:rPr lang="en-IN" sz="1200" dirty="0">
                <a:latin typeface="Times New Roman" panose="02020603050405020304" pitchFamily="18" charset="0"/>
              </a:rPr>
              <a:t>Computer Vision, 2007.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Rodriguez, J. Ahmed, and M. Shah, “Action MACH: A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Spatio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Temporal Maximum Average Correlation Height Filter for Action Recognition,” Proc. IEEE Conf. Computer Vision and Pattern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Recognition, 2008.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Liu, J. Luo, and M. Shah, “Recognizing Realistic Actions from Videos in the Wild,” Proc. IEEE Conf. Computer Vision and Pattern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Recognition, 2009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Manoj Ramanathan et.al, “Human Action Recognition With Video Dataset”, Research and Evaluation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Chanllenges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 Transaction on Human-Machine System.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Gloria Zen et.al, “Learning Personalized Models For Facial Expression Analysis and Gesture Recognition”, IEEE Transaction on Multimedia, 2016.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Lucey, J. F. Cohn, K. M.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Prkachin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E. Solomon, S. Chew, and I. Matthews, “Painful monitoring: Automatic pain monitoring using the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unbc-mcmaster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shoulder pain expression archive database,” Image and Vision Computing, vol. 30, no. 3, 2012.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Lucey, J. F. Cohn, T.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Kanade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Saragih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Ambadar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Matthews, “The extended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cohn-kanade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(ck+): A complete dataset for action unit and emotion-specified expression,” in CVPRW,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2010.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Fania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Mokhayeri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et.al, “Domain Specific For Video Face Recognition From a Single Sample Per Person”, IEEE Transaction on Information Forensic and Security, 2018.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 </a:t>
            </a:r>
            <a:r>
              <a:rPr lang="de-D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Z. Huang, S. Shan, R. Wang, H. Zhang, S. Lao, A. Kuerban, X. Chen,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benchmark and comparative study of video-based face recognition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cox face database, IEEE Transactions on Image Processing 24 (12) (2015) 5967–5981.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[21]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Wong, S. Chen, S. Mau, C. Sanderson, B. C. Lovell, Patch-based probabilistic image quality assessment for face selection and improved video-based face recognition, in: CVPRW, 2011.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[22] Aptitude question-answers available at : https://www.indiabix.com/aptitude/questions-and-answers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1AD7-2ECC-475B-BC65-7539C039D11A}" type="datetime1">
              <a:rPr lang="en-IN" smtClean="0"/>
              <a:t>23-07-2020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Personality Development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3431167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451</TotalTime>
  <Words>1303</Words>
  <Application>Microsoft Office PowerPoint</Application>
  <PresentationFormat>Custom</PresentationFormat>
  <Paragraphs>95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Parcel</vt:lpstr>
      <vt:lpstr>Personality Development: The Self Trainer</vt:lpstr>
      <vt:lpstr>Introduction</vt:lpstr>
      <vt:lpstr>Objectives</vt:lpstr>
      <vt:lpstr>Literature Review</vt:lpstr>
      <vt:lpstr>Slide 5</vt:lpstr>
      <vt:lpstr>Methodology</vt:lpstr>
      <vt:lpstr>Results till date</vt:lpstr>
      <vt:lpstr>Slide 8</vt:lpstr>
      <vt:lpstr>Expected implementation before joining next semester</vt:lpstr>
      <vt:lpstr>References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Personality Development: The Self Trainer</dc:title>
  <dc:creator>Tanish Laddha</dc:creator>
  <cp:lastModifiedBy>DELL</cp:lastModifiedBy>
  <cp:revision>30</cp:revision>
  <dcterms:created xsi:type="dcterms:W3CDTF">2020-05-10T18:12:52Z</dcterms:created>
  <dcterms:modified xsi:type="dcterms:W3CDTF">2020-07-23T14:02:41Z</dcterms:modified>
</cp:coreProperties>
</file>