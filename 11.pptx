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-560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B522E-134B-4AEE-AF5D-390F301BA863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6D0D7-F7BB-4980-A6E9-FFA1169C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544A-89A7-4905-BC46-BCDA16BB6682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B97F-368A-48A5-B295-E67F0DD41464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277-E7B1-4940-B8CA-BA2EEE2AA6B2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5F1C-64CC-4F98-B4D9-FA0B2ACD6ACB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B813-0418-4A5B-BDB5-3E104538ABE3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68E4-83DC-4EB7-9F11-8DFC6B25C21E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69CB-A30A-4A92-83DA-A44BB58CE6A0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AB8D-A6CF-40F8-A8A2-3C0A1391F039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E237-442A-45DF-9DC7-08D05B2619EE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97F6-C5AD-4C76-849E-26B850B7752F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EA5E-D739-4632-958C-9BC03A3D9490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7C4C-0153-4DD1-AD1A-C7359F59EEDC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91842-0AF8-4D98-AEC8-148B5179CD1B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88B4-3FD7-4B40-800E-B311BA441581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7F95-B032-4EC0-A743-E94061173CBD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F019-70E3-4983-91E8-4A90CE8D2E25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E21E4-355C-46F3-A053-EABB1823C5DC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Event Report Generator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2AF283-507F-4D0E-9D4D-765C343E4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802167"/>
            <a:ext cx="7766936" cy="87888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Event Report Generator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_____________________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1E98D7-AE77-42E0-8D4F-B05154230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769" y="3429001"/>
            <a:ext cx="6081204" cy="2483528"/>
          </a:xfrm>
        </p:spPr>
        <p:txBody>
          <a:bodyPr>
            <a:normAutofit fontScale="25000" lnSpcReduction="20000"/>
          </a:bodyPr>
          <a:lstStyle/>
          <a:p>
            <a:pPr lvl="1"/>
            <a:r>
              <a:rPr lang="en-IN" sz="5600" dirty="0">
                <a:solidFill>
                  <a:schemeClr val="tx1"/>
                </a:solidFill>
              </a:rPr>
              <a:t>BY:</a:t>
            </a:r>
          </a:p>
          <a:p>
            <a:pPr lvl="1"/>
            <a:r>
              <a:rPr lang="en-IN" sz="5600" dirty="0">
                <a:solidFill>
                  <a:schemeClr val="tx1"/>
                </a:solidFill>
              </a:rPr>
              <a:t>Onkar </a:t>
            </a:r>
            <a:r>
              <a:rPr lang="en-IN" sz="5600" dirty="0" err="1">
                <a:solidFill>
                  <a:schemeClr val="tx1"/>
                </a:solidFill>
              </a:rPr>
              <a:t>Rajabhau</a:t>
            </a:r>
            <a:r>
              <a:rPr lang="en-IN" sz="5600" dirty="0">
                <a:solidFill>
                  <a:schemeClr val="tx1"/>
                </a:solidFill>
              </a:rPr>
              <a:t> </a:t>
            </a:r>
            <a:r>
              <a:rPr lang="en-IN" sz="5600" dirty="0" err="1">
                <a:solidFill>
                  <a:schemeClr val="tx1"/>
                </a:solidFill>
              </a:rPr>
              <a:t>Malwadkar</a:t>
            </a:r>
            <a:endParaRPr lang="en-IN" sz="5600" dirty="0">
              <a:solidFill>
                <a:schemeClr val="tx1"/>
              </a:solidFill>
            </a:endParaRPr>
          </a:p>
          <a:p>
            <a:pPr lvl="1"/>
            <a:r>
              <a:rPr lang="en-IN" sz="5600" dirty="0">
                <a:solidFill>
                  <a:schemeClr val="tx1"/>
                </a:solidFill>
              </a:rPr>
              <a:t>Prathmesh Pravin Bhagade</a:t>
            </a:r>
          </a:p>
          <a:p>
            <a:pPr lvl="1"/>
            <a:r>
              <a:rPr lang="en-IN" sz="5600" dirty="0">
                <a:solidFill>
                  <a:schemeClr val="tx1"/>
                </a:solidFill>
              </a:rPr>
              <a:t>Kranti </a:t>
            </a:r>
            <a:r>
              <a:rPr lang="en-IN" sz="5600" dirty="0" err="1">
                <a:solidFill>
                  <a:schemeClr val="tx1"/>
                </a:solidFill>
              </a:rPr>
              <a:t>Nayan</a:t>
            </a:r>
            <a:r>
              <a:rPr lang="en-IN" sz="5600" dirty="0">
                <a:solidFill>
                  <a:schemeClr val="tx1"/>
                </a:solidFill>
              </a:rPr>
              <a:t> </a:t>
            </a:r>
            <a:r>
              <a:rPr lang="en-IN" sz="5600" dirty="0" err="1">
                <a:solidFill>
                  <a:schemeClr val="tx1"/>
                </a:solidFill>
              </a:rPr>
              <a:t>Bhingarde</a:t>
            </a:r>
            <a:endParaRPr lang="en-IN" sz="5600" dirty="0">
              <a:solidFill>
                <a:schemeClr val="tx1"/>
              </a:solidFill>
            </a:endParaRPr>
          </a:p>
          <a:p>
            <a:pPr lvl="1"/>
            <a:r>
              <a:rPr lang="en-IN" sz="5600" dirty="0">
                <a:solidFill>
                  <a:schemeClr val="tx1"/>
                </a:solidFill>
              </a:rPr>
              <a:t>_________________________________________________________</a:t>
            </a:r>
          </a:p>
          <a:p>
            <a:pPr lvl="1"/>
            <a:r>
              <a:rPr lang="en-IN" sz="5600" dirty="0">
                <a:solidFill>
                  <a:schemeClr val="tx1"/>
                </a:solidFill>
              </a:rPr>
              <a:t>PROJECT GUIDE:</a:t>
            </a:r>
          </a:p>
          <a:p>
            <a:pPr lvl="1"/>
            <a:r>
              <a:rPr lang="en-IN" sz="5600" dirty="0" err="1">
                <a:solidFill>
                  <a:schemeClr val="tx1"/>
                </a:solidFill>
              </a:rPr>
              <a:t>Mrs.K.M.Gajmal</a:t>
            </a:r>
            <a:endParaRPr lang="en-IN" sz="5600" dirty="0">
              <a:solidFill>
                <a:schemeClr val="tx1"/>
              </a:solidFill>
            </a:endParaRPr>
          </a:p>
          <a:p>
            <a:pPr lvl="1"/>
            <a:r>
              <a:rPr lang="en-IN" sz="5600" dirty="0">
                <a:solidFill>
                  <a:schemeClr val="tx1"/>
                </a:solidFill>
              </a:rPr>
              <a:t>	</a:t>
            </a:r>
            <a:r>
              <a:rPr lang="en-IN" sz="5600" dirty="0"/>
              <a:t>	</a:t>
            </a:r>
          </a:p>
          <a:p>
            <a:r>
              <a:rPr lang="en-IN" dirty="0"/>
              <a:t>		</a:t>
            </a:r>
          </a:p>
          <a:p>
            <a:r>
              <a:rPr lang="en-IN" dirty="0"/>
              <a:t>												</a:t>
            </a:r>
          </a:p>
        </p:txBody>
      </p:sp>
    </p:spTree>
    <p:extLst>
      <p:ext uri="{BB962C8B-B14F-4D97-AF65-F5344CB8AC3E}">
        <p14:creationId xmlns:p14="http://schemas.microsoft.com/office/powerpoint/2010/main" xmlns="" val="50423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393183-7DE7-4C82-9FFB-A3F09289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						</a:t>
            </a:r>
            <a:r>
              <a:rPr lang="en-IN" sz="4400" dirty="0">
                <a:solidFill>
                  <a:schemeClr val="tx1"/>
                </a:solidFill>
              </a:rPr>
              <a:t>Introduction</a:t>
            </a:r>
            <a:br>
              <a:rPr lang="en-IN" sz="4400" dirty="0">
                <a:solidFill>
                  <a:schemeClr val="tx1"/>
                </a:solidFill>
              </a:rPr>
            </a:br>
            <a:r>
              <a:rPr lang="en-IN" sz="4400" dirty="0">
                <a:solidFill>
                  <a:schemeClr val="tx1"/>
                </a:solidFill>
              </a:rPr>
              <a:t>_______________________________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AB594D-AE3F-44F2-85B0-60248FFE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Implementation of Artificial Intelligence(A.I.) in various fields with purpose of producing advanced results can be seen in recent society.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report generator allows you to generate advanced reports that include event logs for the needed processes running in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 we know that event reports are the important source of information about the events held and they are mostly generated manually.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0C54-78D6-40DB-80F0-C924EF641FF3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5803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BE6BA5-3121-4393-9B29-0EFDB93A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			</a:t>
            </a:r>
            <a:r>
              <a:rPr lang="en-IN" sz="4400" dirty="0">
                <a:solidFill>
                  <a:schemeClr val="tx1"/>
                </a:solidFill>
              </a:rPr>
              <a:t>	Problem Statement</a:t>
            </a:r>
            <a:br>
              <a:rPr lang="en-IN" sz="4400" dirty="0">
                <a:solidFill>
                  <a:schemeClr val="tx1"/>
                </a:solidFill>
              </a:rPr>
            </a:br>
            <a:r>
              <a:rPr lang="en-IN" sz="4400" dirty="0">
                <a:solidFill>
                  <a:schemeClr val="tx1"/>
                </a:solidFill>
              </a:rPr>
              <a:t>_______________________________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A629C0-9B21-4B75-AF75-10C9F4DD4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Event reports are generated manually by the staff.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Almost every field is getting automated day by day.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Event report generator allows to generate the report manually by using techniques of Machine Learning.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The objective is to reduce the problem faced by the staff.	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The main goal is to automate the current system of manual generation of event reports.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B522F-86A0-479F-854B-CF48357211F1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707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4851AA-541C-421C-8FFD-51F0AA40D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0920"/>
            <a:ext cx="8596668" cy="861134"/>
          </a:xfrm>
        </p:spPr>
        <p:txBody>
          <a:bodyPr>
            <a:normAutofit fontScale="90000"/>
          </a:bodyPr>
          <a:lstStyle/>
          <a:p>
            <a:r>
              <a:rPr lang="en-IN" sz="4800" dirty="0">
                <a:solidFill>
                  <a:schemeClr val="tx1"/>
                </a:solidFill>
              </a:rPr>
              <a:t>			Literature Review</a:t>
            </a:r>
            <a:br>
              <a:rPr lang="en-IN" sz="4800" dirty="0">
                <a:solidFill>
                  <a:schemeClr val="tx1"/>
                </a:solidFill>
              </a:rPr>
            </a:br>
            <a:r>
              <a:rPr lang="en-IN" sz="4800" dirty="0">
                <a:solidFill>
                  <a:schemeClr val="tx1"/>
                </a:solidFill>
              </a:rPr>
              <a:t>_____________________________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9E781B8F-6AB6-43F1-A71C-587D09700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4082" y="1381957"/>
            <a:ext cx="7705817" cy="502032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FACC-7879-4199-B79C-E59E7F3C546D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942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4E26FB-F44D-44C5-88D7-91514A91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800" dirty="0">
                <a:solidFill>
                  <a:schemeClr val="tx1"/>
                </a:solidFill>
              </a:rPr>
              <a:t>					Methodology</a:t>
            </a:r>
            <a:br>
              <a:rPr lang="en-IN" sz="4800" dirty="0">
                <a:solidFill>
                  <a:schemeClr val="tx1"/>
                </a:solidFill>
              </a:rPr>
            </a:br>
            <a:r>
              <a:rPr lang="en-IN" sz="4800" dirty="0">
                <a:solidFill>
                  <a:schemeClr val="tx1"/>
                </a:solidFill>
              </a:rPr>
              <a:t>_____________________________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29113CD1-730B-48FA-9ECC-B56B3BF20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095130"/>
            <a:ext cx="8596668" cy="468741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7CA12-89E4-4A50-9CB5-A77CF8A28A29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5474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CA17CC-4258-43C6-9637-34597EEA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800" dirty="0">
                <a:solidFill>
                  <a:schemeClr val="tx1"/>
                </a:solidFill>
              </a:rPr>
              <a:t>						References</a:t>
            </a:r>
            <a:br>
              <a:rPr lang="en-IN" sz="4800" dirty="0">
                <a:solidFill>
                  <a:schemeClr val="tx1"/>
                </a:solidFill>
              </a:rPr>
            </a:br>
            <a:r>
              <a:rPr lang="en-IN" sz="4800" dirty="0">
                <a:solidFill>
                  <a:schemeClr val="tx1"/>
                </a:solidFill>
              </a:rPr>
              <a:t>_____________________________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41516A-2EAA-4CE7-9743-29B31B849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ASGRT-Automated Report Generation </a:t>
            </a:r>
            <a:r>
              <a:rPr lang="en-IN" dirty="0" err="1">
                <a:solidFill>
                  <a:schemeClr val="tx1"/>
                </a:solidFill>
              </a:rPr>
              <a:t>System.Dejan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Gjorgjevikj,gjorgji</a:t>
            </a:r>
            <a:r>
              <a:rPr lang="en-IN" dirty="0">
                <a:solidFill>
                  <a:schemeClr val="tx1"/>
                </a:solidFill>
              </a:rPr>
              <a:t>      </a:t>
            </a:r>
            <a:r>
              <a:rPr lang="en-IN" dirty="0" err="1">
                <a:solidFill>
                  <a:schemeClr val="tx1"/>
                </a:solidFill>
              </a:rPr>
              <a:t>Madjarov,Ivan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Chorbev,Martin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Anglovski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andMarjan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Georgiev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</a:rPr>
              <a:t>A Novel System for Automatic Generation of Service Reliability Reports From Automated Mapping and Facility Management (AM/FM) </a:t>
            </a:r>
            <a:r>
              <a:rPr lang="en-IN" dirty="0" err="1">
                <a:solidFill>
                  <a:schemeClr val="tx1"/>
                </a:solidFill>
              </a:rPr>
              <a:t>Systems.Hua</a:t>
            </a:r>
            <a:r>
              <a:rPr lang="en-IN" dirty="0">
                <a:solidFill>
                  <a:schemeClr val="tx1"/>
                </a:solidFill>
              </a:rPr>
              <a:t> Li, Member, IEEE, Hsiao-Dong Chiang, Fellow, IEEE, William G. Gale, and John T. H. Bennett.</a:t>
            </a:r>
          </a:p>
          <a:p>
            <a:r>
              <a:rPr lang="en-IN" dirty="0">
                <a:solidFill>
                  <a:schemeClr val="tx1"/>
                </a:solidFill>
              </a:rPr>
              <a:t>The Automatic Element Routine Generator: An Automatic Programming Tool for Functional Simulator </a:t>
            </a:r>
            <a:r>
              <a:rPr lang="en-IN" dirty="0" err="1">
                <a:solidFill>
                  <a:schemeClr val="tx1"/>
                </a:solidFill>
              </a:rPr>
              <a:t>DesignCheng</a:t>
            </a:r>
            <a:r>
              <a:rPr lang="en-IN" dirty="0">
                <a:solidFill>
                  <a:schemeClr val="tx1"/>
                </a:solidFill>
              </a:rPr>
              <a:t>-I Chuang, Stephen A. </a:t>
            </a:r>
            <a:r>
              <a:rPr lang="en-IN" dirty="0" err="1">
                <a:solidFill>
                  <a:schemeClr val="tx1"/>
                </a:solidFill>
              </a:rPr>
              <a:t>Szygenda</a:t>
            </a:r>
            <a:r>
              <a:rPr lang="en-IN" dirty="0">
                <a:solidFill>
                  <a:schemeClr val="tx1"/>
                </a:solidFill>
              </a:rPr>
              <a:t>, James D. Baked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7CF9-B198-4035-B6D9-8F64C3B80F50}" type="datetime1">
              <a:rPr lang="en-US" smtClean="0"/>
              <a:pPr/>
              <a:t>12/23/2020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Event Report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773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</TotalTime>
  <Words>239</Words>
  <Application>Microsoft Office PowerPoint</Application>
  <PresentationFormat>Custom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Facet</vt:lpstr>
      <vt:lpstr>Event Report Generator _____________________</vt:lpstr>
      <vt:lpstr>      Introduction _______________________________</vt:lpstr>
      <vt:lpstr>    Problem Statement _______________________________</vt:lpstr>
      <vt:lpstr>   Literature Review _____________________________</vt:lpstr>
      <vt:lpstr>     Methodology _____________________________</vt:lpstr>
      <vt:lpstr>      References _____________________________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Report Generator</dc:title>
  <dc:creator>Prathmesh Bhagade</dc:creator>
  <cp:lastModifiedBy>DELL</cp:lastModifiedBy>
  <cp:revision>13</cp:revision>
  <dcterms:created xsi:type="dcterms:W3CDTF">2020-05-30T11:18:35Z</dcterms:created>
  <dcterms:modified xsi:type="dcterms:W3CDTF">2020-12-23T18:21:05Z</dcterms:modified>
</cp:coreProperties>
</file>